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31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EC69D-548D-495A-9665-0757FE5559C6}" type="datetimeFigureOut">
              <a:rPr lang="en-001" smtClean="0"/>
              <a:t>06/07/2026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1425" y="1200150"/>
            <a:ext cx="22923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42207-E131-4981-860E-252B75C102B9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289514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42207-E131-4981-860E-252B75C102B9}" type="slidenum">
              <a:rPr lang="en-001" smtClean="0"/>
              <a:t>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68181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98"/>
            <a:ext cx="2148840" cy="10689336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7358" y="220592"/>
            <a:ext cx="499207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4C81"/>
                </a:solidFill>
              </a:defRPr>
            </a:pPr>
            <a:r>
              <a:rPr dirty="0"/>
              <a:t>DANG NGUYEN</a:t>
            </a:r>
          </a:p>
          <a:p>
            <a:pPr>
              <a:defRPr sz="1400" b="1">
                <a:solidFill>
                  <a:srgbClr val="282828"/>
                </a:solidFill>
              </a:defRPr>
            </a:pPr>
            <a:r>
              <a:rPr dirty="0"/>
              <a:t>PROCESS ENGINEER</a:t>
            </a:r>
            <a:endParaRPr lang="en-US" dirty="0"/>
          </a:p>
          <a:p>
            <a:pPr>
              <a:defRPr sz="1400" b="1">
                <a:solidFill>
                  <a:srgbClr val="282828"/>
                </a:solidFill>
              </a:defRPr>
            </a:pPr>
            <a:r>
              <a:rPr lang="en-US" sz="1000" dirty="0"/>
              <a:t>Process Optimization | Manufacturing Digitalization | Database Development | Excel VBA </a:t>
            </a:r>
            <a:endParaRPr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321067"/>
            <a:ext cx="210552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dirty="0"/>
              <a:t>CONTACT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☏ +84793327259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✉ dangnguyen</a:t>
            </a: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hd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25@gmail.com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⌂ Hai Phong , Vietnam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012" y="7606382"/>
            <a:ext cx="2032514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dirty="0"/>
              <a:t>LANGUAGES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• English - Intermediate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• Chinese - Good Working Proficiency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• Vietnamese - Native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72869" y="1376425"/>
            <a:ext cx="4835943" cy="45719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52445" y="1459140"/>
            <a:ext cx="492803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100" dirty="0"/>
              <a:t>• </a:t>
            </a:r>
            <a:r>
              <a:rPr lang="en-001" sz="1100" dirty="0"/>
              <a:t>Results-driven Process Engineer with 8 years of experience in continuous dyeing manufacturing. Skilled in process optimization, </a:t>
            </a:r>
            <a:r>
              <a:rPr lang="en-001" sz="1100" dirty="0" err="1"/>
              <a:t>color</a:t>
            </a:r>
            <a:r>
              <a:rPr lang="en-001" sz="1100" dirty="0"/>
              <a:t> matching, root cause analysis, quality improvement, and production support. Experienced in </a:t>
            </a:r>
            <a:r>
              <a:rPr lang="en-001" sz="1100" b="1" dirty="0"/>
              <a:t>Excel VBA, database development, and manufacturing digitalization</a:t>
            </a:r>
            <a:r>
              <a:rPr lang="en-001" sz="1100" dirty="0"/>
              <a:t> to improve efficiency and reduce manual operations.. Strong analytical mindset with a focus on continuous improvement.</a:t>
            </a:r>
          </a:p>
          <a:p>
            <a:pPr>
              <a:defRPr sz="1100"/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2272869" y="2504117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4C81"/>
                </a:solidFill>
              </a:defRPr>
            </a:pPr>
            <a:r>
              <a:rPr dirty="0"/>
              <a:t>WORK EXPERIENCE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19" y="2790417"/>
            <a:ext cx="4777093" cy="66297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1719" y="8529355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4C81"/>
                </a:solidFill>
              </a:defRPr>
            </a:pPr>
            <a:r>
              <a:rPr dirty="0"/>
              <a:t>EDUCATION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19" y="8793356"/>
            <a:ext cx="4861010" cy="45719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A008F0F8-549A-C06F-0E56-9907B5010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7358" y="2878211"/>
            <a:ext cx="494437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Engineer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Pacific Vietnam Co., Ltd.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| 2017 – Present</a:t>
            </a:r>
          </a:p>
          <a:p>
            <a:pPr algn="just"/>
            <a:r>
              <a:rPr lang="en-001" sz="1100" dirty="0"/>
              <a:t>• Optimized continuous dyeing processes to improve productivity, product quality, and manufacturing efficiency.</a:t>
            </a:r>
          </a:p>
          <a:p>
            <a:pPr algn="just"/>
            <a:r>
              <a:rPr lang="en-001" sz="1100" dirty="0"/>
              <a:t>• Controlled process parameters and dye formulations to ensure consistent </a:t>
            </a:r>
            <a:r>
              <a:rPr lang="en-001" sz="1100" dirty="0" err="1"/>
              <a:t>color</a:t>
            </a:r>
            <a:r>
              <a:rPr lang="en-001" sz="1100" dirty="0"/>
              <a:t> accuracy and process stability.</a:t>
            </a:r>
          </a:p>
          <a:p>
            <a:pPr algn="just"/>
            <a:r>
              <a:rPr lang="en-001" sz="1100" dirty="0"/>
              <a:t>• Performed root cause analysis (RCA) and implemented corrective actions to resolve production issues and prevent recurrence.</a:t>
            </a:r>
          </a:p>
          <a:p>
            <a:pPr algn="just"/>
            <a:r>
              <a:rPr lang="en-001" sz="1100" dirty="0"/>
              <a:t>• Led process improvement initiatives using production data, technical analysis, and continuous improvement methodologies.</a:t>
            </a:r>
          </a:p>
          <a:p>
            <a:pPr algn="just"/>
            <a:r>
              <a:rPr lang="en-001" sz="1100" dirty="0"/>
              <a:t>• Developed Excel VBA automation tools to streamline reporting, reduce manual work, and improve operational efficiency.</a:t>
            </a:r>
          </a:p>
          <a:p>
            <a:pPr algn="just"/>
            <a:r>
              <a:rPr lang="en-001" sz="1100" dirty="0"/>
              <a:t>• Designed</a:t>
            </a:r>
            <a:r>
              <a:rPr lang="en-US" sz="1100" dirty="0"/>
              <a:t>, developed,</a:t>
            </a:r>
            <a:r>
              <a:rPr lang="en-001" sz="1100" dirty="0"/>
              <a:t> and maintained production management databases using Microsoft Access to support manufacturing operations and data traceability.</a:t>
            </a:r>
          </a:p>
          <a:p>
            <a:pPr algn="just"/>
            <a:r>
              <a:rPr lang="en-001" sz="1100" dirty="0"/>
              <a:t>• Built and optimized production management workflows, enabling synchronized production data and standardized operational processes.</a:t>
            </a:r>
          </a:p>
          <a:p>
            <a:pPr algn="just"/>
            <a:r>
              <a:rPr lang="en-001" sz="1100" dirty="0"/>
              <a:t>• Collaborated with production, quality, maintenance, and planning teams to improve manufacturing performance and process reliability.</a:t>
            </a:r>
          </a:p>
          <a:p>
            <a:pPr algn="just"/>
            <a:r>
              <a:rPr lang="en-001" sz="1100" dirty="0"/>
              <a:t>• Supported process standardization, documentation, operator training, and continuous improvement activities.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16CF3A-52CB-0B21-380A-BE6EA1B8E246}"/>
              </a:ext>
            </a:extLst>
          </p:cNvPr>
          <p:cNvSpPr txBox="1"/>
          <p:nvPr/>
        </p:nvSpPr>
        <p:spPr>
          <a:xfrm>
            <a:off x="2256530" y="6462854"/>
            <a:ext cx="3806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F4C81"/>
                </a:solidFill>
              </a:rPr>
              <a:t>ACHIEVEMENTS</a:t>
            </a: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E6A58C38-EE6D-55F6-CF2A-5E52EDFD9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6530" y="6793490"/>
            <a:ext cx="491986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100" dirty="0"/>
              <a:t>• Increased production process automation from 16% to 67% by digitalizing manufacturing data and developing an integrated production database.</a:t>
            </a:r>
          </a:p>
          <a:p>
            <a:pPr algn="just"/>
            <a:r>
              <a:rPr lang="en-US" sz="1100" dirty="0"/>
              <a:t>• Eliminated manual data entry by implementing database integration and QR code-based data collection, achieving 100% data entry accuracy while significantly reducing operator workload.</a:t>
            </a:r>
          </a:p>
          <a:p>
            <a:pPr algn="just"/>
            <a:r>
              <a:rPr lang="en-US" sz="1100" dirty="0"/>
              <a:t>• Designed and implemented a production management system using Excel VBA and Microsoft Access, enabling real-time data synchronization, automated reporting, and full production traceability.</a:t>
            </a:r>
          </a:p>
          <a:p>
            <a:pPr algn="just"/>
            <a:r>
              <a:rPr lang="en-US" sz="1100" dirty="0"/>
              <a:t>• Standardized production workflows and minimized manual operations to improve efficiency, data consistency, and process reliability.</a:t>
            </a:r>
            <a:endParaRPr lang="en-001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72F7D2-553F-1369-20C5-9470EC7B20B4}"/>
              </a:ext>
            </a:extLst>
          </p:cNvPr>
          <p:cNvSpPr/>
          <p:nvPr/>
        </p:nvSpPr>
        <p:spPr>
          <a:xfrm>
            <a:off x="2256530" y="6747771"/>
            <a:ext cx="4919861" cy="45719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601499E7-803C-D7A7-D316-C615BBA0A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0" y="2681957"/>
            <a:ext cx="2032514" cy="4447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TECHNICAL SKILLS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r>
              <a:rPr lang="en-001" sz="1100" b="1" dirty="0">
                <a:solidFill>
                  <a:schemeClr val="bg1"/>
                </a:solidFill>
              </a:rPr>
              <a:t>PROCESS ENGINEERING</a:t>
            </a:r>
            <a:endParaRPr lang="en-001" sz="1100" dirty="0">
              <a:solidFill>
                <a:schemeClr val="bg1"/>
              </a:solidFill>
            </a:endParaRPr>
          </a:p>
          <a:p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• Process Optimization</a:t>
            </a:r>
          </a:p>
          <a:p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• Continuous Dyeing Process</a:t>
            </a:r>
          </a:p>
          <a:p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• Root Cause Analysis (RCA)</a:t>
            </a:r>
          </a:p>
          <a:p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• </a:t>
            </a:r>
            <a:r>
              <a:rPr lang="en-001" sz="1100" dirty="0" err="1">
                <a:solidFill>
                  <a:schemeClr val="bg1">
                    <a:lumMod val="85000"/>
                  </a:schemeClr>
                </a:solidFill>
              </a:rPr>
              <a:t>Color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Matching &amp; Dye Adjustment</a:t>
            </a:r>
          </a:p>
          <a:p>
            <a:r>
              <a:rPr lang="en-001" sz="1100" b="1" dirty="0">
                <a:solidFill>
                  <a:schemeClr val="bg1"/>
                </a:solidFill>
              </a:rPr>
              <a:t>DATA &amp; AUTOMATION</a:t>
            </a:r>
            <a:endParaRPr lang="en-001" sz="1100" dirty="0">
              <a:solidFill>
                <a:schemeClr val="bg1"/>
              </a:solidFill>
            </a:endParaRPr>
          </a:p>
          <a:p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• Advanced Excel</a:t>
            </a:r>
          </a:p>
          <a:p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• Excel VBA Automation</a:t>
            </a:r>
          </a:p>
          <a:p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• Microsoft Access Database</a:t>
            </a:r>
          </a:p>
          <a:p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• Production Data Analysis</a:t>
            </a:r>
          </a:p>
          <a:p>
            <a:r>
              <a:rPr lang="en-001" sz="1100" b="1" dirty="0">
                <a:solidFill>
                  <a:schemeClr val="bg1"/>
                </a:solidFill>
              </a:rPr>
              <a:t>MANUFACTURING SYSTEMS</a:t>
            </a:r>
            <a:endParaRPr lang="en-001" sz="1100" dirty="0">
              <a:solidFill>
                <a:schemeClr val="bg1"/>
              </a:solidFill>
            </a:endParaRPr>
          </a:p>
          <a:p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• Production Management System Design</a:t>
            </a:r>
          </a:p>
          <a:p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• Database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 Design &amp;</a:t>
            </a:r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 Development</a:t>
            </a:r>
          </a:p>
          <a:p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• Production Data Integration 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• Workflow Digitalization</a:t>
            </a:r>
          </a:p>
          <a:p>
            <a:r>
              <a:rPr lang="en-001" sz="1100" b="1" dirty="0">
                <a:solidFill>
                  <a:schemeClr val="bg1"/>
                </a:solidFill>
              </a:rPr>
              <a:t>QUALITY</a:t>
            </a:r>
            <a:endParaRPr lang="en-001" sz="1100" dirty="0">
              <a:solidFill>
                <a:schemeClr val="bg1"/>
              </a:solidFill>
            </a:endParaRPr>
          </a:p>
          <a:p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• Process Documentation</a:t>
            </a:r>
          </a:p>
          <a:p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• Quality Improvement</a:t>
            </a:r>
          </a:p>
          <a:p>
            <a:r>
              <a:rPr lang="en-001" sz="1100" dirty="0">
                <a:solidFill>
                  <a:schemeClr val="bg1">
                    <a:lumMod val="85000"/>
                  </a:schemeClr>
                </a:solidFill>
              </a:rPr>
              <a:t>• Continuous Improvement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E601B8-E121-B15F-BC7A-B8A863B5F7F1}"/>
              </a:ext>
            </a:extLst>
          </p:cNvPr>
          <p:cNvSpPr txBox="1"/>
          <p:nvPr/>
        </p:nvSpPr>
        <p:spPr>
          <a:xfrm>
            <a:off x="2275527" y="8884761"/>
            <a:ext cx="492803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B.Eng. (Mining Engineering)</a:t>
            </a:r>
            <a:endParaRPr lang="en-001" sz="1100" dirty="0"/>
          </a:p>
          <a:p>
            <a:r>
              <a:rPr lang="en-001" sz="1100" dirty="0"/>
              <a:t>Hanoi University of Mining and Geology</a:t>
            </a:r>
          </a:p>
          <a:p>
            <a:r>
              <a:rPr lang="en-001" sz="1100" dirty="0"/>
              <a:t>Major: Mining Engineering</a:t>
            </a:r>
          </a:p>
          <a:p>
            <a:endParaRPr lang="en-001" sz="1100" dirty="0"/>
          </a:p>
          <a:p>
            <a:r>
              <a:rPr lang="en-001" sz="1100" dirty="0"/>
              <a:t>• Engineering principles and technical analysis</a:t>
            </a:r>
          </a:p>
          <a:p>
            <a:r>
              <a:rPr lang="en-001" sz="1100" dirty="0"/>
              <a:t>• Process planning and optimization</a:t>
            </a:r>
          </a:p>
          <a:p>
            <a:r>
              <a:rPr lang="en-001" sz="1100" dirty="0"/>
              <a:t>• Risk assessment and troubleshooting</a:t>
            </a:r>
          </a:p>
          <a:p>
            <a:r>
              <a:rPr lang="en-001" sz="1100" dirty="0"/>
              <a:t>• Data analysis and problem solving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65FD73-DDA0-CBB0-1831-FC7A0B8D62B9}"/>
              </a:ext>
            </a:extLst>
          </p:cNvPr>
          <p:cNvSpPr txBox="1"/>
          <p:nvPr/>
        </p:nvSpPr>
        <p:spPr>
          <a:xfrm>
            <a:off x="2331719" y="1051589"/>
            <a:ext cx="37987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sz="1400" b="1" dirty="0">
                <a:solidFill>
                  <a:srgbClr val="0F4C81"/>
                </a:solidFill>
              </a:rP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495</Words>
  <Application>Microsoft Office PowerPoint</Application>
  <PresentationFormat>Custom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VN-DF NHUỘM ĐAI 024</cp:lastModifiedBy>
  <cp:revision>38</cp:revision>
  <cp:lastPrinted>2026-06-28T04:14:22Z</cp:lastPrinted>
  <dcterms:created xsi:type="dcterms:W3CDTF">2013-01-27T09:14:16Z</dcterms:created>
  <dcterms:modified xsi:type="dcterms:W3CDTF">2026-07-06T04:45:17Z</dcterms:modified>
  <cp:category/>
</cp:coreProperties>
</file>