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7562850" cy="10688638"/>
  <p:notesSz cx="7315200" cy="9601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9" d="100"/>
          <a:sy n="69" d="100"/>
        </p:scale>
        <p:origin x="3156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001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375" y="0"/>
            <a:ext cx="3170238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6EC69D-548D-495A-9665-0757FE5559C6}" type="datetimeFigureOut">
              <a:rPr lang="en-001" smtClean="0"/>
              <a:t>06/07/2026</a:t>
            </a:fld>
            <a:endParaRPr lang="en-001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11425" y="1200150"/>
            <a:ext cx="22923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001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001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20188"/>
            <a:ext cx="3170238" cy="481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001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375" y="9120188"/>
            <a:ext cx="3170238" cy="481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142207-E131-4981-860E-252B75C102B9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22895144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142207-E131-4981-860E-252B75C102B9}" type="slidenum">
              <a:rPr lang="en-001" smtClean="0"/>
              <a:t>1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21681812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698"/>
            <a:ext cx="2148840" cy="10689336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0" y="1533200"/>
            <a:ext cx="2105526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rPr lang="en-US" dirty="0"/>
              <a:t>CONTACT</a:t>
            </a:r>
            <a:endParaRPr dirty="0"/>
          </a:p>
          <a:p>
            <a:pPr>
              <a:defRPr sz="1100">
                <a:solidFill>
                  <a:srgbClr val="FFFFFF"/>
                </a:solidFill>
              </a:defRPr>
            </a:pP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☏ +84793327259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✉ dangnguyen</a:t>
            </a:r>
            <a:r>
              <a:rPr lang="en-US" altLang="zh-CN" dirty="0">
                <a:solidFill>
                  <a:schemeClr val="bg1">
                    <a:lumMod val="85000"/>
                  </a:schemeClr>
                </a:solidFill>
              </a:rPr>
              <a:t>hd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25@gmail.com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⌂ Hai Phong , Vietnam</a:t>
            </a:r>
            <a:endParaRPr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272869" y="1376425"/>
            <a:ext cx="4835943" cy="45719"/>
          </a:xfrm>
          <a:prstGeom prst="rect">
            <a:avLst/>
          </a:prstGeom>
          <a:solidFill>
            <a:srgbClr val="F0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350997" y="3177174"/>
            <a:ext cx="4777093" cy="66297"/>
          </a:xfrm>
          <a:prstGeom prst="rect">
            <a:avLst/>
          </a:prstGeom>
          <a:solidFill>
            <a:srgbClr val="F0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309039" y="9076675"/>
            <a:ext cx="4861010" cy="45719"/>
          </a:xfrm>
          <a:prstGeom prst="rect">
            <a:avLst/>
          </a:prstGeom>
          <a:solidFill>
            <a:srgbClr val="F0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672F7D2-553F-1369-20C5-9470EC7B20B4}"/>
              </a:ext>
            </a:extLst>
          </p:cNvPr>
          <p:cNvSpPr/>
          <p:nvPr/>
        </p:nvSpPr>
        <p:spPr>
          <a:xfrm>
            <a:off x="2244839" y="6985136"/>
            <a:ext cx="4919861" cy="45719"/>
          </a:xfrm>
          <a:prstGeom prst="rect">
            <a:avLst/>
          </a:prstGeom>
          <a:solidFill>
            <a:srgbClr val="F0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BB75B7C-E7D8-1426-3390-E7B1A43FE796}"/>
              </a:ext>
            </a:extLst>
          </p:cNvPr>
          <p:cNvSpPr txBox="1"/>
          <p:nvPr/>
        </p:nvSpPr>
        <p:spPr>
          <a:xfrm>
            <a:off x="2331719" y="135931"/>
            <a:ext cx="3803072" cy="8771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Nguyễn Mạnh </a:t>
            </a:r>
            <a:r>
              <a:rPr lang="en-US" b="1" dirty="0" err="1"/>
              <a:t>Đảng</a:t>
            </a:r>
            <a:endParaRPr lang="en-US" b="1" dirty="0"/>
          </a:p>
          <a:p>
            <a:pPr>
              <a:buNone/>
            </a:pPr>
            <a:r>
              <a:rPr lang="en-001" sz="1100" b="1" dirty="0"/>
              <a:t>KỸ SƯ QUY TRÌNH</a:t>
            </a:r>
            <a:r>
              <a:rPr lang="en-US" sz="1100" b="1" dirty="0"/>
              <a:t> SẢN XUẤT</a:t>
            </a:r>
            <a:endParaRPr lang="en-001" sz="1100" b="1" dirty="0"/>
          </a:p>
          <a:p>
            <a:pPr>
              <a:buNone/>
            </a:pPr>
            <a:r>
              <a:rPr lang="en-001" sz="1100" b="1" dirty="0" err="1"/>
              <a:t>Tối</a:t>
            </a:r>
            <a:r>
              <a:rPr lang="en-001" sz="1100" b="1" dirty="0"/>
              <a:t> </a:t>
            </a:r>
            <a:r>
              <a:rPr lang="en-001" sz="1100" b="1" dirty="0" err="1"/>
              <a:t>ưu</a:t>
            </a:r>
            <a:r>
              <a:rPr lang="en-001" sz="1100" b="1" dirty="0"/>
              <a:t> </a:t>
            </a:r>
            <a:r>
              <a:rPr lang="en-001" sz="1100" b="1" dirty="0" err="1"/>
              <a:t>hóa</a:t>
            </a:r>
            <a:r>
              <a:rPr lang="en-001" sz="1100" b="1" dirty="0"/>
              <a:t> </a:t>
            </a:r>
            <a:r>
              <a:rPr lang="en-001" sz="1100" b="1" dirty="0" err="1"/>
              <a:t>quy</a:t>
            </a:r>
            <a:r>
              <a:rPr lang="en-001" sz="1100" b="1" dirty="0"/>
              <a:t> </a:t>
            </a:r>
            <a:r>
              <a:rPr lang="en-001" sz="1100" b="1" dirty="0" err="1"/>
              <a:t>trình</a:t>
            </a:r>
            <a:r>
              <a:rPr lang="en-001" sz="1100" b="1" dirty="0"/>
              <a:t> | </a:t>
            </a:r>
            <a:r>
              <a:rPr lang="en-001" sz="1100" b="1" dirty="0" err="1"/>
              <a:t>Chuyển</a:t>
            </a:r>
            <a:r>
              <a:rPr lang="en-001" sz="1100" b="1" dirty="0"/>
              <a:t> </a:t>
            </a:r>
            <a:r>
              <a:rPr lang="en-001" sz="1100" b="1" dirty="0" err="1"/>
              <a:t>đổi</a:t>
            </a:r>
            <a:r>
              <a:rPr lang="en-001" sz="1100" b="1" dirty="0"/>
              <a:t> </a:t>
            </a:r>
            <a:r>
              <a:rPr lang="en-001" sz="1100" b="1" dirty="0" err="1"/>
              <a:t>số</a:t>
            </a:r>
            <a:r>
              <a:rPr lang="en-001" sz="1100" b="1" dirty="0"/>
              <a:t> </a:t>
            </a:r>
            <a:r>
              <a:rPr lang="en-001" sz="1100" b="1" dirty="0" err="1"/>
              <a:t>sản</a:t>
            </a:r>
            <a:r>
              <a:rPr lang="en-001" sz="1100" b="1" dirty="0"/>
              <a:t> </a:t>
            </a:r>
            <a:r>
              <a:rPr lang="en-001" sz="1100" b="1" dirty="0" err="1"/>
              <a:t>xuất</a:t>
            </a:r>
            <a:r>
              <a:rPr lang="en-001" sz="1100" b="1" dirty="0"/>
              <a:t> | </a:t>
            </a:r>
            <a:r>
              <a:rPr lang="en-001" sz="1100" b="1" dirty="0" err="1"/>
              <a:t>Phát</a:t>
            </a:r>
            <a:r>
              <a:rPr lang="en-001" sz="1100" b="1" dirty="0"/>
              <a:t> </a:t>
            </a:r>
            <a:r>
              <a:rPr lang="en-001" sz="1100" b="1" dirty="0" err="1"/>
              <a:t>triển</a:t>
            </a:r>
            <a:r>
              <a:rPr lang="en-001" sz="1100" b="1" dirty="0"/>
              <a:t> </a:t>
            </a:r>
            <a:r>
              <a:rPr lang="en-001" sz="1100" b="1" dirty="0" err="1"/>
              <a:t>cơ</a:t>
            </a:r>
            <a:r>
              <a:rPr lang="en-001" sz="1100" b="1" dirty="0"/>
              <a:t> </a:t>
            </a:r>
            <a:r>
              <a:rPr lang="en-001" sz="1100" b="1" dirty="0" err="1"/>
              <a:t>sở</a:t>
            </a:r>
            <a:r>
              <a:rPr lang="en-001" sz="1100" b="1" dirty="0"/>
              <a:t> </a:t>
            </a:r>
            <a:r>
              <a:rPr lang="en-001" sz="1100" b="1" dirty="0" err="1"/>
              <a:t>dữ</a:t>
            </a:r>
            <a:r>
              <a:rPr lang="en-001" sz="1100" b="1" dirty="0"/>
              <a:t> </a:t>
            </a:r>
            <a:r>
              <a:rPr lang="en-001" sz="1100" b="1" dirty="0" err="1"/>
              <a:t>liệu</a:t>
            </a:r>
            <a:r>
              <a:rPr lang="en-001" sz="1100" b="1" dirty="0"/>
              <a:t> | Excel VBA</a:t>
            </a:r>
            <a:endParaRPr lang="en-001" sz="11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E7FE93B-38A6-15A4-0FE2-20B3C1AF2154}"/>
              </a:ext>
            </a:extLst>
          </p:cNvPr>
          <p:cNvSpPr txBox="1"/>
          <p:nvPr/>
        </p:nvSpPr>
        <p:spPr>
          <a:xfrm>
            <a:off x="2275528" y="1050358"/>
            <a:ext cx="48332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001" dirty="0"/>
              <a:t>HỒ SƠ CÁ NHÂN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7D8AC29-92AD-E333-4182-E9BEC50F909C}"/>
              </a:ext>
            </a:extLst>
          </p:cNvPr>
          <p:cNvSpPr txBox="1"/>
          <p:nvPr/>
        </p:nvSpPr>
        <p:spPr>
          <a:xfrm>
            <a:off x="2452255" y="1422144"/>
            <a:ext cx="4569677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001" sz="1100" dirty="0" err="1"/>
              <a:t>Kỹ</a:t>
            </a:r>
            <a:r>
              <a:rPr lang="en-001" sz="1100" dirty="0"/>
              <a:t> </a:t>
            </a:r>
            <a:r>
              <a:rPr lang="en-001" sz="1100" dirty="0" err="1"/>
              <a:t>sư</a:t>
            </a:r>
            <a:r>
              <a:rPr lang="en-001" sz="1100" dirty="0"/>
              <a:t> Quy </a:t>
            </a:r>
            <a:r>
              <a:rPr lang="en-001" sz="1100" dirty="0" err="1"/>
              <a:t>trình</a:t>
            </a:r>
            <a:r>
              <a:rPr lang="en-001" sz="1100" dirty="0"/>
              <a:t> </a:t>
            </a:r>
            <a:r>
              <a:rPr lang="en-001" sz="1100" dirty="0" err="1"/>
              <a:t>với</a:t>
            </a:r>
            <a:r>
              <a:rPr lang="en-001" sz="1100" dirty="0"/>
              <a:t> 8 </a:t>
            </a:r>
            <a:r>
              <a:rPr lang="en-001" sz="1100" dirty="0" err="1"/>
              <a:t>năm</a:t>
            </a:r>
            <a:r>
              <a:rPr lang="en-001" sz="1100" dirty="0"/>
              <a:t> </a:t>
            </a:r>
            <a:r>
              <a:rPr lang="en-001" sz="1100" dirty="0" err="1"/>
              <a:t>kinh</a:t>
            </a:r>
            <a:r>
              <a:rPr lang="en-001" sz="1100" dirty="0"/>
              <a:t> </a:t>
            </a:r>
            <a:r>
              <a:rPr lang="en-001" sz="1100" dirty="0" err="1"/>
              <a:t>nghiệm</a:t>
            </a:r>
            <a:r>
              <a:rPr lang="en-001" sz="1100" dirty="0"/>
              <a:t> </a:t>
            </a:r>
            <a:r>
              <a:rPr lang="en-001" sz="1100" dirty="0" err="1"/>
              <a:t>trong</a:t>
            </a:r>
            <a:r>
              <a:rPr lang="en-001" sz="1100" dirty="0"/>
              <a:t> </a:t>
            </a:r>
            <a:r>
              <a:rPr lang="en-001" sz="1100" dirty="0" err="1"/>
              <a:t>lĩnh</a:t>
            </a:r>
            <a:r>
              <a:rPr lang="en-001" sz="1100" dirty="0"/>
              <a:t> </a:t>
            </a:r>
            <a:r>
              <a:rPr lang="en-001" sz="1100" dirty="0" err="1"/>
              <a:t>vực</a:t>
            </a:r>
            <a:r>
              <a:rPr lang="en-001" sz="1100" dirty="0"/>
              <a:t> </a:t>
            </a:r>
            <a:r>
              <a:rPr lang="en-001" sz="1100" dirty="0" err="1"/>
              <a:t>nhuộm</a:t>
            </a:r>
            <a:r>
              <a:rPr lang="en-001" sz="1100" dirty="0"/>
              <a:t> </a:t>
            </a:r>
            <a:r>
              <a:rPr lang="en-001" sz="1100" dirty="0" err="1"/>
              <a:t>liên</a:t>
            </a:r>
            <a:r>
              <a:rPr lang="en-001" sz="1100" dirty="0"/>
              <a:t> </a:t>
            </a:r>
            <a:r>
              <a:rPr lang="en-001" sz="1100" dirty="0" err="1"/>
              <a:t>tục</a:t>
            </a:r>
            <a:r>
              <a:rPr lang="en-001" sz="1100" dirty="0"/>
              <a:t>. </a:t>
            </a:r>
            <a:r>
              <a:rPr lang="en-001" sz="1100" dirty="0" err="1"/>
              <a:t>Có</a:t>
            </a:r>
            <a:r>
              <a:rPr lang="en-001" sz="1100" dirty="0"/>
              <a:t> </a:t>
            </a:r>
            <a:r>
              <a:rPr lang="en-001" sz="1100" dirty="0" err="1"/>
              <a:t>kinh</a:t>
            </a:r>
            <a:r>
              <a:rPr lang="en-001" sz="1100" dirty="0"/>
              <a:t> </a:t>
            </a:r>
            <a:r>
              <a:rPr lang="en-001" sz="1100" dirty="0" err="1"/>
              <a:t>nghiệm</a:t>
            </a:r>
            <a:r>
              <a:rPr lang="en-001" sz="1100" dirty="0"/>
              <a:t> </a:t>
            </a:r>
            <a:r>
              <a:rPr lang="en-001" sz="1100" dirty="0" err="1"/>
              <a:t>tối</a:t>
            </a:r>
            <a:r>
              <a:rPr lang="en-001" sz="1100" dirty="0"/>
              <a:t> </a:t>
            </a:r>
            <a:r>
              <a:rPr lang="en-001" sz="1100" dirty="0" err="1"/>
              <a:t>ưu</a:t>
            </a:r>
            <a:r>
              <a:rPr lang="en-001" sz="1100" dirty="0"/>
              <a:t> </a:t>
            </a:r>
            <a:r>
              <a:rPr lang="en-001" sz="1100" dirty="0" err="1"/>
              <a:t>hóa</a:t>
            </a:r>
            <a:r>
              <a:rPr lang="en-001" sz="1100" dirty="0"/>
              <a:t> </a:t>
            </a:r>
            <a:r>
              <a:rPr lang="en-001" sz="1100" dirty="0" err="1"/>
              <a:t>quy</a:t>
            </a:r>
            <a:r>
              <a:rPr lang="en-001" sz="1100" dirty="0"/>
              <a:t> </a:t>
            </a:r>
            <a:r>
              <a:rPr lang="en-001" sz="1100" dirty="0" err="1"/>
              <a:t>trình</a:t>
            </a:r>
            <a:r>
              <a:rPr lang="en-001" sz="1100" dirty="0"/>
              <a:t>, </a:t>
            </a:r>
            <a:r>
              <a:rPr lang="en-001" sz="1100" dirty="0" err="1"/>
              <a:t>phát</a:t>
            </a:r>
            <a:r>
              <a:rPr lang="en-001" sz="1100" dirty="0"/>
              <a:t> </a:t>
            </a:r>
            <a:r>
              <a:rPr lang="en-001" sz="1100" dirty="0" err="1"/>
              <a:t>triển</a:t>
            </a:r>
            <a:r>
              <a:rPr lang="en-001" sz="1100" dirty="0"/>
              <a:t> </a:t>
            </a:r>
            <a:r>
              <a:rPr lang="en-001" sz="1100" dirty="0" err="1"/>
              <a:t>công</a:t>
            </a:r>
            <a:r>
              <a:rPr lang="en-001" sz="1100" dirty="0"/>
              <a:t> </a:t>
            </a:r>
            <a:r>
              <a:rPr lang="en-001" sz="1100" dirty="0" err="1"/>
              <a:t>nghệ</a:t>
            </a:r>
            <a:r>
              <a:rPr lang="en-001" sz="1100" dirty="0"/>
              <a:t> </a:t>
            </a:r>
            <a:r>
              <a:rPr lang="en-001" sz="1100" dirty="0" err="1"/>
              <a:t>nhuộm</a:t>
            </a:r>
            <a:r>
              <a:rPr lang="en-001" sz="1100" dirty="0"/>
              <a:t>, </a:t>
            </a:r>
            <a:r>
              <a:rPr lang="en-001" sz="1100" dirty="0" err="1"/>
              <a:t>điều</a:t>
            </a:r>
            <a:r>
              <a:rPr lang="en-001" sz="1100" dirty="0"/>
              <a:t> </a:t>
            </a:r>
            <a:r>
              <a:rPr lang="en-001" sz="1100" dirty="0" err="1"/>
              <a:t>chỉnh</a:t>
            </a:r>
            <a:r>
              <a:rPr lang="en-001" sz="1100" dirty="0"/>
              <a:t> </a:t>
            </a:r>
            <a:r>
              <a:rPr lang="en-001" sz="1100" dirty="0" err="1"/>
              <a:t>màu</a:t>
            </a:r>
            <a:r>
              <a:rPr lang="en-001" sz="1100" dirty="0"/>
              <a:t> </a:t>
            </a:r>
            <a:r>
              <a:rPr lang="en-001" sz="1100" dirty="0" err="1"/>
              <a:t>sắc</a:t>
            </a:r>
            <a:r>
              <a:rPr lang="en-001" sz="1100" dirty="0"/>
              <a:t>, </a:t>
            </a:r>
            <a:r>
              <a:rPr lang="en-001" sz="1100" dirty="0" err="1"/>
              <a:t>phân</a:t>
            </a:r>
            <a:r>
              <a:rPr lang="en-001" sz="1100" dirty="0"/>
              <a:t> </a:t>
            </a:r>
            <a:r>
              <a:rPr lang="en-001" sz="1100" dirty="0" err="1"/>
              <a:t>tích</a:t>
            </a:r>
            <a:r>
              <a:rPr lang="en-001" sz="1100" dirty="0"/>
              <a:t> </a:t>
            </a:r>
            <a:r>
              <a:rPr lang="en-001" sz="1100" dirty="0" err="1"/>
              <a:t>nguyên</a:t>
            </a:r>
            <a:r>
              <a:rPr lang="en-001" sz="1100" dirty="0"/>
              <a:t> </a:t>
            </a:r>
            <a:r>
              <a:rPr lang="en-001" sz="1100" dirty="0" err="1"/>
              <a:t>nhân</a:t>
            </a:r>
            <a:r>
              <a:rPr lang="en-001" sz="1100" dirty="0"/>
              <a:t> </a:t>
            </a:r>
            <a:r>
              <a:rPr lang="en-001" sz="1100" dirty="0" err="1"/>
              <a:t>gốc</a:t>
            </a:r>
            <a:r>
              <a:rPr lang="en-001" sz="1100" dirty="0"/>
              <a:t> (RCA), </a:t>
            </a:r>
            <a:r>
              <a:rPr lang="en-001" sz="1100" dirty="0" err="1"/>
              <a:t>cải</a:t>
            </a:r>
            <a:r>
              <a:rPr lang="en-001" sz="1100" dirty="0"/>
              <a:t> </a:t>
            </a:r>
            <a:r>
              <a:rPr lang="en-001" sz="1100" dirty="0" err="1"/>
              <a:t>tiến</a:t>
            </a:r>
            <a:r>
              <a:rPr lang="en-001" sz="1100" dirty="0"/>
              <a:t> </a:t>
            </a:r>
            <a:r>
              <a:rPr lang="en-001" sz="1100" dirty="0" err="1"/>
              <a:t>chất</a:t>
            </a:r>
            <a:r>
              <a:rPr lang="en-001" sz="1100" dirty="0"/>
              <a:t> </a:t>
            </a:r>
            <a:r>
              <a:rPr lang="en-001" sz="1100" dirty="0" err="1"/>
              <a:t>lượng</a:t>
            </a:r>
            <a:r>
              <a:rPr lang="en-001" sz="1100" dirty="0"/>
              <a:t> </a:t>
            </a:r>
            <a:r>
              <a:rPr lang="en-001" sz="1100" dirty="0" err="1"/>
              <a:t>và</a:t>
            </a:r>
            <a:r>
              <a:rPr lang="en-001" sz="1100" dirty="0"/>
              <a:t> </a:t>
            </a:r>
            <a:r>
              <a:rPr lang="en-001" sz="1100" dirty="0" err="1"/>
              <a:t>hỗ</a:t>
            </a:r>
            <a:r>
              <a:rPr lang="en-001" sz="1100" dirty="0"/>
              <a:t> </a:t>
            </a:r>
            <a:r>
              <a:rPr lang="en-001" sz="1100" dirty="0" err="1"/>
              <a:t>trợ</a:t>
            </a:r>
            <a:r>
              <a:rPr lang="en-001" sz="1100" dirty="0"/>
              <a:t> </a:t>
            </a:r>
            <a:r>
              <a:rPr lang="en-001" sz="1100" dirty="0" err="1"/>
              <a:t>sản</a:t>
            </a:r>
            <a:r>
              <a:rPr lang="en-001" sz="1100" dirty="0"/>
              <a:t> </a:t>
            </a:r>
            <a:r>
              <a:rPr lang="en-001" sz="1100" dirty="0" err="1"/>
              <a:t>xuất</a:t>
            </a:r>
            <a:r>
              <a:rPr lang="en-001" sz="1100" dirty="0"/>
              <a:t>. Thành </a:t>
            </a:r>
            <a:r>
              <a:rPr lang="en-001" sz="1100" dirty="0" err="1"/>
              <a:t>thạo</a:t>
            </a:r>
            <a:r>
              <a:rPr lang="en-001" sz="1100" dirty="0"/>
              <a:t> Excel VBA, Microsoft Access </a:t>
            </a:r>
            <a:r>
              <a:rPr lang="en-US" sz="1100" dirty="0"/>
              <a:t>;</a:t>
            </a:r>
            <a:r>
              <a:rPr lang="en-001" sz="1100" dirty="0"/>
              <a:t> </a:t>
            </a:r>
            <a:r>
              <a:rPr lang="en-001" sz="1100" dirty="0" err="1"/>
              <a:t>thiết</a:t>
            </a:r>
            <a:r>
              <a:rPr lang="en-001" sz="1100" dirty="0"/>
              <a:t> </a:t>
            </a:r>
            <a:r>
              <a:rPr lang="en-001" sz="1100" dirty="0" err="1"/>
              <a:t>kế</a:t>
            </a:r>
            <a:r>
              <a:rPr lang="en-001" sz="1100" dirty="0"/>
              <a:t> </a:t>
            </a:r>
            <a:r>
              <a:rPr lang="en-001" sz="1100" dirty="0" err="1"/>
              <a:t>và</a:t>
            </a:r>
            <a:r>
              <a:rPr lang="en-001" sz="1100" dirty="0"/>
              <a:t> </a:t>
            </a:r>
            <a:r>
              <a:rPr lang="en-001" sz="1100" dirty="0" err="1"/>
              <a:t>phát</a:t>
            </a:r>
            <a:r>
              <a:rPr lang="en-001" sz="1100" dirty="0"/>
              <a:t> </a:t>
            </a:r>
            <a:r>
              <a:rPr lang="en-001" sz="1100" dirty="0" err="1"/>
              <a:t>triển</a:t>
            </a:r>
            <a:r>
              <a:rPr lang="en-001" sz="1100" dirty="0"/>
              <a:t> </a:t>
            </a:r>
            <a:r>
              <a:rPr lang="en-001" sz="1100" dirty="0" err="1"/>
              <a:t>hệ</a:t>
            </a:r>
            <a:r>
              <a:rPr lang="en-001" sz="1100" dirty="0"/>
              <a:t> </a:t>
            </a:r>
            <a:r>
              <a:rPr lang="en-001" sz="1100" dirty="0" err="1"/>
              <a:t>thống</a:t>
            </a:r>
            <a:r>
              <a:rPr lang="en-001" sz="1100" dirty="0"/>
              <a:t> </a:t>
            </a:r>
            <a:r>
              <a:rPr lang="en-001" sz="1100" dirty="0" err="1"/>
              <a:t>cơ</a:t>
            </a:r>
            <a:r>
              <a:rPr lang="en-001" sz="1100" dirty="0"/>
              <a:t> </a:t>
            </a:r>
            <a:r>
              <a:rPr lang="en-001" sz="1100" dirty="0" err="1"/>
              <a:t>sở</a:t>
            </a:r>
            <a:r>
              <a:rPr lang="en-001" sz="1100" dirty="0"/>
              <a:t> </a:t>
            </a:r>
            <a:r>
              <a:rPr lang="en-001" sz="1100" dirty="0" err="1"/>
              <a:t>dữ</a:t>
            </a:r>
            <a:r>
              <a:rPr lang="en-001" sz="1100" dirty="0"/>
              <a:t> </a:t>
            </a:r>
            <a:r>
              <a:rPr lang="en-001" sz="1100" dirty="0" err="1"/>
              <a:t>liệu</a:t>
            </a:r>
            <a:r>
              <a:rPr lang="en-US" sz="1100" dirty="0"/>
              <a:t> </a:t>
            </a:r>
            <a:r>
              <a:rPr lang="en-US" sz="1100" dirty="0" err="1"/>
              <a:t>số</a:t>
            </a:r>
            <a:r>
              <a:rPr lang="en-US" sz="1100" dirty="0"/>
              <a:t> </a:t>
            </a:r>
            <a:r>
              <a:rPr lang="en-US" sz="1100" dirty="0" err="1"/>
              <a:t>hóa</a:t>
            </a:r>
            <a:r>
              <a:rPr lang="en-US" sz="1100" dirty="0"/>
              <a:t> </a:t>
            </a:r>
            <a:r>
              <a:rPr lang="en-US" sz="1100" dirty="0" err="1"/>
              <a:t>sản</a:t>
            </a:r>
            <a:r>
              <a:rPr lang="en-US" sz="1100" dirty="0"/>
              <a:t> </a:t>
            </a:r>
            <a:r>
              <a:rPr lang="en-US" sz="1100" dirty="0" err="1"/>
              <a:t>xuất</a:t>
            </a:r>
            <a:r>
              <a:rPr lang="en-001" sz="1100" dirty="0"/>
              <a:t>, </a:t>
            </a:r>
            <a:r>
              <a:rPr lang="en-001" sz="1100" dirty="0" err="1"/>
              <a:t>góp</a:t>
            </a:r>
            <a:r>
              <a:rPr lang="en-001" sz="1100" dirty="0"/>
              <a:t> </a:t>
            </a:r>
            <a:r>
              <a:rPr lang="en-001" sz="1100" dirty="0" err="1"/>
              <a:t>phần</a:t>
            </a:r>
            <a:r>
              <a:rPr lang="en-001" sz="1100" dirty="0"/>
              <a:t> </a:t>
            </a:r>
            <a:r>
              <a:rPr lang="en-001" sz="1100" dirty="0" err="1"/>
              <a:t>nâng</a:t>
            </a:r>
            <a:r>
              <a:rPr lang="en-001" sz="1100" dirty="0"/>
              <a:t> </a:t>
            </a:r>
            <a:r>
              <a:rPr lang="en-001" sz="1100" dirty="0" err="1"/>
              <a:t>cao</a:t>
            </a:r>
            <a:r>
              <a:rPr lang="en-001" sz="1100" dirty="0"/>
              <a:t> </a:t>
            </a:r>
            <a:r>
              <a:rPr lang="en-001" sz="1100" dirty="0" err="1"/>
              <a:t>hiệu</a:t>
            </a:r>
            <a:r>
              <a:rPr lang="en-001" sz="1100" dirty="0"/>
              <a:t> </a:t>
            </a:r>
            <a:r>
              <a:rPr lang="en-001" sz="1100" dirty="0" err="1"/>
              <a:t>quả</a:t>
            </a:r>
            <a:r>
              <a:rPr lang="en-001" sz="1100" dirty="0"/>
              <a:t> </a:t>
            </a:r>
            <a:r>
              <a:rPr lang="en-001" sz="1100" dirty="0" err="1"/>
              <a:t>sản</a:t>
            </a:r>
            <a:r>
              <a:rPr lang="en-001" sz="1100" dirty="0"/>
              <a:t> </a:t>
            </a:r>
            <a:r>
              <a:rPr lang="en-001" sz="1100" dirty="0" err="1"/>
              <a:t>xuất</a:t>
            </a:r>
            <a:r>
              <a:rPr lang="en-001" sz="1100" dirty="0"/>
              <a:t>, </a:t>
            </a:r>
            <a:r>
              <a:rPr lang="en-001" sz="1100" dirty="0" err="1"/>
              <a:t>giảm</a:t>
            </a:r>
            <a:r>
              <a:rPr lang="en-001" sz="1100" dirty="0"/>
              <a:t> </a:t>
            </a:r>
            <a:r>
              <a:rPr lang="en-001" sz="1100" dirty="0" err="1"/>
              <a:t>thao</a:t>
            </a:r>
            <a:r>
              <a:rPr lang="en-001" sz="1100" dirty="0"/>
              <a:t> </a:t>
            </a:r>
            <a:r>
              <a:rPr lang="en-001" sz="1100" dirty="0" err="1"/>
              <a:t>tác</a:t>
            </a:r>
            <a:r>
              <a:rPr lang="en-001" sz="1100" dirty="0"/>
              <a:t> </a:t>
            </a:r>
            <a:r>
              <a:rPr lang="en-001" sz="1100" dirty="0" err="1"/>
              <a:t>thủ</a:t>
            </a:r>
            <a:r>
              <a:rPr lang="en-001" sz="1100" dirty="0"/>
              <a:t> </a:t>
            </a:r>
            <a:r>
              <a:rPr lang="en-001" sz="1100" dirty="0" err="1"/>
              <a:t>công</a:t>
            </a:r>
            <a:r>
              <a:rPr lang="en-001" sz="1100" dirty="0"/>
              <a:t> </a:t>
            </a:r>
            <a:r>
              <a:rPr lang="en-001" sz="1100" dirty="0" err="1"/>
              <a:t>và</a:t>
            </a:r>
            <a:r>
              <a:rPr lang="en-001" sz="1100" dirty="0"/>
              <a:t> </a:t>
            </a:r>
            <a:r>
              <a:rPr lang="en-001" sz="1100" dirty="0" err="1"/>
              <a:t>cải</a:t>
            </a:r>
            <a:r>
              <a:rPr lang="en-001" sz="1100" dirty="0"/>
              <a:t> </a:t>
            </a:r>
            <a:r>
              <a:rPr lang="en-001" sz="1100" dirty="0" err="1"/>
              <a:t>thiện</a:t>
            </a:r>
            <a:r>
              <a:rPr lang="en-001" sz="1100" dirty="0"/>
              <a:t> </a:t>
            </a:r>
            <a:r>
              <a:rPr lang="en-001" sz="1100" dirty="0" err="1"/>
              <a:t>độ</a:t>
            </a:r>
            <a:r>
              <a:rPr lang="en-001" sz="1100" dirty="0"/>
              <a:t> </a:t>
            </a:r>
            <a:r>
              <a:rPr lang="en-001" sz="1100" dirty="0" err="1"/>
              <a:t>chính</a:t>
            </a:r>
            <a:r>
              <a:rPr lang="en-001" sz="1100" dirty="0"/>
              <a:t> </a:t>
            </a:r>
            <a:r>
              <a:rPr lang="en-001" sz="1100" dirty="0" err="1"/>
              <a:t>xác</a:t>
            </a:r>
            <a:r>
              <a:rPr lang="en-001" sz="1100" dirty="0"/>
              <a:t> </a:t>
            </a:r>
            <a:r>
              <a:rPr lang="en-001" sz="1100" dirty="0" err="1"/>
              <a:t>dữ</a:t>
            </a:r>
            <a:r>
              <a:rPr lang="en-001" sz="1100" dirty="0"/>
              <a:t> </a:t>
            </a:r>
            <a:r>
              <a:rPr lang="en-001" sz="1100" dirty="0" err="1"/>
              <a:t>liệu</a:t>
            </a:r>
            <a:r>
              <a:rPr lang="en-001" sz="1100" dirty="0"/>
              <a:t>. </a:t>
            </a:r>
            <a:r>
              <a:rPr lang="en-001" sz="1100" dirty="0" err="1"/>
              <a:t>Luôn</a:t>
            </a:r>
            <a:r>
              <a:rPr lang="en-001" sz="1100" dirty="0"/>
              <a:t> </a:t>
            </a:r>
            <a:r>
              <a:rPr lang="en-001" sz="1100" dirty="0" err="1"/>
              <a:t>hướng</a:t>
            </a:r>
            <a:r>
              <a:rPr lang="en-001" sz="1100" dirty="0"/>
              <a:t> </a:t>
            </a:r>
            <a:r>
              <a:rPr lang="en-001" sz="1100" dirty="0" err="1"/>
              <a:t>đến</a:t>
            </a:r>
            <a:r>
              <a:rPr lang="en-001" sz="1100" dirty="0"/>
              <a:t> </a:t>
            </a:r>
            <a:r>
              <a:rPr lang="en-001" sz="1100" dirty="0" err="1"/>
              <a:t>tư</a:t>
            </a:r>
            <a:r>
              <a:rPr lang="en-001" sz="1100" dirty="0"/>
              <a:t> </a:t>
            </a:r>
            <a:r>
              <a:rPr lang="en-001" sz="1100" dirty="0" err="1"/>
              <a:t>duy</a:t>
            </a:r>
            <a:r>
              <a:rPr lang="en-001" sz="1100" dirty="0"/>
              <a:t> </a:t>
            </a:r>
            <a:r>
              <a:rPr lang="en-001" sz="1100" dirty="0" err="1"/>
              <a:t>phân</a:t>
            </a:r>
            <a:r>
              <a:rPr lang="en-001" sz="1100" dirty="0"/>
              <a:t> </a:t>
            </a:r>
            <a:r>
              <a:rPr lang="en-001" sz="1100" dirty="0" err="1"/>
              <a:t>tích</a:t>
            </a:r>
            <a:r>
              <a:rPr lang="en-001" sz="1100" dirty="0"/>
              <a:t>, </a:t>
            </a:r>
            <a:r>
              <a:rPr lang="en-001" sz="1100" dirty="0" err="1"/>
              <a:t>cải</a:t>
            </a:r>
            <a:r>
              <a:rPr lang="en-001" sz="1100" dirty="0"/>
              <a:t> </a:t>
            </a:r>
            <a:r>
              <a:rPr lang="en-001" sz="1100" dirty="0" err="1"/>
              <a:t>tiến</a:t>
            </a:r>
            <a:r>
              <a:rPr lang="en-001" sz="1100" dirty="0"/>
              <a:t> </a:t>
            </a:r>
            <a:r>
              <a:rPr lang="en-001" sz="1100" dirty="0" err="1"/>
              <a:t>liên</a:t>
            </a:r>
            <a:r>
              <a:rPr lang="en-001" sz="1100" dirty="0"/>
              <a:t> </a:t>
            </a:r>
            <a:r>
              <a:rPr lang="en-001" sz="1100" dirty="0" err="1"/>
              <a:t>tục</a:t>
            </a:r>
            <a:r>
              <a:rPr lang="en-001" sz="1100" dirty="0"/>
              <a:t> </a:t>
            </a:r>
            <a:r>
              <a:rPr lang="en-001" sz="1100" dirty="0" err="1"/>
              <a:t>và</a:t>
            </a:r>
            <a:r>
              <a:rPr lang="en-001" sz="1100" dirty="0"/>
              <a:t> </a:t>
            </a:r>
            <a:r>
              <a:rPr lang="en-001" sz="1100" dirty="0" err="1"/>
              <a:t>giải</a:t>
            </a:r>
            <a:r>
              <a:rPr lang="en-001" sz="1100" dirty="0"/>
              <a:t> </a:t>
            </a:r>
            <a:r>
              <a:rPr lang="en-001" sz="1100" dirty="0" err="1"/>
              <a:t>quyết</a:t>
            </a:r>
            <a:r>
              <a:rPr lang="en-001" sz="1100" dirty="0"/>
              <a:t> </a:t>
            </a:r>
            <a:r>
              <a:rPr lang="en-001" sz="1100" dirty="0" err="1"/>
              <a:t>vấn</a:t>
            </a:r>
            <a:r>
              <a:rPr lang="en-001" sz="1100" dirty="0"/>
              <a:t> </a:t>
            </a:r>
            <a:r>
              <a:rPr lang="en-001" sz="1100" dirty="0" err="1"/>
              <a:t>đề</a:t>
            </a:r>
            <a:r>
              <a:rPr lang="en-001" sz="1100" dirty="0"/>
              <a:t> </a:t>
            </a:r>
            <a:r>
              <a:rPr lang="en-001" sz="1100" dirty="0" err="1"/>
              <a:t>bằng</a:t>
            </a:r>
            <a:r>
              <a:rPr lang="en-001" sz="1100" dirty="0"/>
              <a:t> </a:t>
            </a:r>
            <a:r>
              <a:rPr lang="en-001" sz="1100" dirty="0" err="1"/>
              <a:t>dữ</a:t>
            </a:r>
            <a:r>
              <a:rPr lang="en-001" sz="1100" dirty="0"/>
              <a:t> </a:t>
            </a:r>
            <a:r>
              <a:rPr lang="en-001" sz="1100" dirty="0" err="1"/>
              <a:t>liệu</a:t>
            </a:r>
            <a:r>
              <a:rPr lang="en-001" sz="1100" dirty="0"/>
              <a:t>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4B7D282-9236-D008-47B0-FD2BF71003FD}"/>
              </a:ext>
            </a:extLst>
          </p:cNvPr>
          <p:cNvSpPr txBox="1"/>
          <p:nvPr/>
        </p:nvSpPr>
        <p:spPr>
          <a:xfrm>
            <a:off x="2350997" y="2871685"/>
            <a:ext cx="48718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001" dirty="0"/>
              <a:t>KINH NGHIỆM LÀM VIỆC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D0615C8-BCD2-5820-DBAD-B8E23836AD1D}"/>
              </a:ext>
            </a:extLst>
          </p:cNvPr>
          <p:cNvSpPr txBox="1"/>
          <p:nvPr/>
        </p:nvSpPr>
        <p:spPr>
          <a:xfrm>
            <a:off x="2275528" y="3206654"/>
            <a:ext cx="4928032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001" sz="1100" b="1" dirty="0" err="1"/>
              <a:t>Kỹ</a:t>
            </a:r>
            <a:r>
              <a:rPr lang="en-001" sz="1100" b="1" dirty="0"/>
              <a:t> </a:t>
            </a:r>
            <a:r>
              <a:rPr lang="en-001" sz="1100" b="1" dirty="0" err="1"/>
              <a:t>sư</a:t>
            </a:r>
            <a:r>
              <a:rPr lang="en-001" sz="1100" b="1" dirty="0"/>
              <a:t> Quy </a:t>
            </a:r>
            <a:r>
              <a:rPr lang="en-001" sz="1100" b="1" dirty="0" err="1"/>
              <a:t>trình</a:t>
            </a:r>
            <a:r>
              <a:rPr lang="en-US" sz="1100" b="1" dirty="0"/>
              <a:t> </a:t>
            </a:r>
            <a:r>
              <a:rPr lang="en-US" sz="1100" b="1" dirty="0" err="1"/>
              <a:t>sản</a:t>
            </a:r>
            <a:r>
              <a:rPr lang="en-US" sz="1100" b="1" dirty="0"/>
              <a:t> </a:t>
            </a:r>
            <a:r>
              <a:rPr lang="en-US" sz="1100" b="1" dirty="0" err="1"/>
              <a:t>xuất</a:t>
            </a:r>
            <a:endParaRPr lang="en-001" sz="1100" b="1" dirty="0"/>
          </a:p>
          <a:p>
            <a:pPr algn="just">
              <a:buNone/>
            </a:pPr>
            <a:r>
              <a:rPr lang="en-001" sz="1100" b="1" dirty="0"/>
              <a:t>Công ty TNHH Best Pacific Việt Nam | 2017 – Nay</a:t>
            </a:r>
            <a:endParaRPr lang="en-001" sz="1100" dirty="0"/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001" sz="1100" dirty="0" err="1"/>
              <a:t>Tối</a:t>
            </a:r>
            <a:r>
              <a:rPr lang="en-001" sz="1100" dirty="0"/>
              <a:t> </a:t>
            </a:r>
            <a:r>
              <a:rPr lang="en-001" sz="1100" dirty="0" err="1"/>
              <a:t>ưu</a:t>
            </a:r>
            <a:r>
              <a:rPr lang="en-001" sz="1100" dirty="0"/>
              <a:t> </a:t>
            </a:r>
            <a:r>
              <a:rPr lang="en-001" sz="1100" dirty="0" err="1"/>
              <a:t>hóa</a:t>
            </a:r>
            <a:r>
              <a:rPr lang="en-001" sz="1100" dirty="0"/>
              <a:t> </a:t>
            </a:r>
            <a:r>
              <a:rPr lang="en-001" sz="1100" dirty="0" err="1"/>
              <a:t>quy</a:t>
            </a:r>
            <a:r>
              <a:rPr lang="en-001" sz="1100" dirty="0"/>
              <a:t> </a:t>
            </a:r>
            <a:r>
              <a:rPr lang="en-001" sz="1100" dirty="0" err="1"/>
              <a:t>trình</a:t>
            </a:r>
            <a:r>
              <a:rPr lang="en-001" sz="1100" dirty="0"/>
              <a:t> </a:t>
            </a:r>
            <a:r>
              <a:rPr lang="en-001" sz="1100" dirty="0" err="1"/>
              <a:t>nhuộm</a:t>
            </a:r>
            <a:r>
              <a:rPr lang="en-001" sz="1100" dirty="0"/>
              <a:t> </a:t>
            </a:r>
            <a:r>
              <a:rPr lang="en-001" sz="1100" dirty="0" err="1"/>
              <a:t>liên</a:t>
            </a:r>
            <a:r>
              <a:rPr lang="en-001" sz="1100" dirty="0"/>
              <a:t> </a:t>
            </a:r>
            <a:r>
              <a:rPr lang="en-001" sz="1100" dirty="0" err="1"/>
              <a:t>tục</a:t>
            </a:r>
            <a:r>
              <a:rPr lang="en-001" sz="1100" dirty="0"/>
              <a:t> </a:t>
            </a:r>
            <a:r>
              <a:rPr lang="en-001" sz="1100" dirty="0" err="1"/>
              <a:t>nhằm</a:t>
            </a:r>
            <a:r>
              <a:rPr lang="en-001" sz="1100" dirty="0"/>
              <a:t> </a:t>
            </a:r>
            <a:r>
              <a:rPr lang="en-001" sz="1100" dirty="0" err="1"/>
              <a:t>nâng</a:t>
            </a:r>
            <a:r>
              <a:rPr lang="en-001" sz="1100" dirty="0"/>
              <a:t> </a:t>
            </a:r>
            <a:r>
              <a:rPr lang="en-001" sz="1100" dirty="0" err="1"/>
              <a:t>cao</a:t>
            </a:r>
            <a:r>
              <a:rPr lang="en-001" sz="1100" dirty="0"/>
              <a:t> </a:t>
            </a:r>
            <a:r>
              <a:rPr lang="en-001" sz="1100" dirty="0" err="1"/>
              <a:t>năng</a:t>
            </a:r>
            <a:r>
              <a:rPr lang="en-001" sz="1100" dirty="0"/>
              <a:t> </a:t>
            </a:r>
            <a:r>
              <a:rPr lang="en-001" sz="1100" dirty="0" err="1"/>
              <a:t>suất</a:t>
            </a:r>
            <a:r>
              <a:rPr lang="en-001" sz="1100" dirty="0"/>
              <a:t>, </a:t>
            </a:r>
            <a:r>
              <a:rPr lang="en-001" sz="1100" dirty="0" err="1"/>
              <a:t>chất</a:t>
            </a:r>
            <a:r>
              <a:rPr lang="en-001" sz="1100" dirty="0"/>
              <a:t> </a:t>
            </a:r>
            <a:r>
              <a:rPr lang="en-001" sz="1100" dirty="0" err="1"/>
              <a:t>lượng</a:t>
            </a:r>
            <a:r>
              <a:rPr lang="en-001" sz="1100" dirty="0"/>
              <a:t> </a:t>
            </a:r>
            <a:r>
              <a:rPr lang="en-001" sz="1100" dirty="0" err="1"/>
              <a:t>sản</a:t>
            </a:r>
            <a:r>
              <a:rPr lang="en-001" sz="1100" dirty="0"/>
              <a:t> </a:t>
            </a:r>
            <a:r>
              <a:rPr lang="en-001" sz="1100" dirty="0" err="1"/>
              <a:t>phẩm</a:t>
            </a:r>
            <a:r>
              <a:rPr lang="en-001" sz="1100" dirty="0"/>
              <a:t> </a:t>
            </a:r>
            <a:r>
              <a:rPr lang="en-001" sz="1100" dirty="0" err="1"/>
              <a:t>và</a:t>
            </a:r>
            <a:r>
              <a:rPr lang="en-001" sz="1100" dirty="0"/>
              <a:t> </a:t>
            </a:r>
            <a:r>
              <a:rPr lang="en-001" sz="1100" dirty="0" err="1"/>
              <a:t>hiệu</a:t>
            </a:r>
            <a:r>
              <a:rPr lang="en-001" sz="1100" dirty="0"/>
              <a:t> </a:t>
            </a:r>
            <a:r>
              <a:rPr lang="en-001" sz="1100" dirty="0" err="1"/>
              <a:t>quả</a:t>
            </a:r>
            <a:r>
              <a:rPr lang="en-001" sz="1100" dirty="0"/>
              <a:t> </a:t>
            </a:r>
            <a:r>
              <a:rPr lang="en-001" sz="1100" dirty="0" err="1"/>
              <a:t>sản</a:t>
            </a:r>
            <a:r>
              <a:rPr lang="en-001" sz="1100" dirty="0"/>
              <a:t> </a:t>
            </a:r>
            <a:r>
              <a:rPr lang="en-001" sz="1100" dirty="0" err="1"/>
              <a:t>xuất</a:t>
            </a:r>
            <a:r>
              <a:rPr lang="en-001" sz="1100" dirty="0"/>
              <a:t>. 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001" sz="1100" dirty="0" err="1"/>
              <a:t>Kiểm</a:t>
            </a:r>
            <a:r>
              <a:rPr lang="en-001" sz="1100" dirty="0"/>
              <a:t> </a:t>
            </a:r>
            <a:r>
              <a:rPr lang="en-001" sz="1100" dirty="0" err="1"/>
              <a:t>soát</a:t>
            </a:r>
            <a:r>
              <a:rPr lang="en-001" sz="1100" dirty="0"/>
              <a:t> </a:t>
            </a:r>
            <a:r>
              <a:rPr lang="en-001" sz="1100" dirty="0" err="1"/>
              <a:t>các</a:t>
            </a:r>
            <a:r>
              <a:rPr lang="en-001" sz="1100" dirty="0"/>
              <a:t> </a:t>
            </a:r>
            <a:r>
              <a:rPr lang="en-001" sz="1100" dirty="0" err="1"/>
              <a:t>thông</a:t>
            </a:r>
            <a:r>
              <a:rPr lang="en-001" sz="1100" dirty="0"/>
              <a:t> </a:t>
            </a:r>
            <a:r>
              <a:rPr lang="en-001" sz="1100" dirty="0" err="1"/>
              <a:t>số</a:t>
            </a:r>
            <a:r>
              <a:rPr lang="en-001" sz="1100" dirty="0"/>
              <a:t> </a:t>
            </a:r>
            <a:r>
              <a:rPr lang="en-001" sz="1100" dirty="0" err="1"/>
              <a:t>quy</a:t>
            </a:r>
            <a:r>
              <a:rPr lang="en-001" sz="1100" dirty="0"/>
              <a:t> </a:t>
            </a:r>
            <a:r>
              <a:rPr lang="en-001" sz="1100" dirty="0" err="1"/>
              <a:t>trình</a:t>
            </a:r>
            <a:r>
              <a:rPr lang="en-001" sz="1100" dirty="0"/>
              <a:t> </a:t>
            </a:r>
            <a:r>
              <a:rPr lang="en-001" sz="1100" dirty="0" err="1"/>
              <a:t>và</a:t>
            </a:r>
            <a:r>
              <a:rPr lang="en-001" sz="1100" dirty="0"/>
              <a:t> </a:t>
            </a:r>
            <a:r>
              <a:rPr lang="en-001" sz="1100" dirty="0" err="1"/>
              <a:t>công</a:t>
            </a:r>
            <a:r>
              <a:rPr lang="en-001" sz="1100" dirty="0"/>
              <a:t> </a:t>
            </a:r>
            <a:r>
              <a:rPr lang="en-001" sz="1100" dirty="0" err="1"/>
              <a:t>thức</a:t>
            </a:r>
            <a:r>
              <a:rPr lang="en-001" sz="1100" dirty="0"/>
              <a:t> </a:t>
            </a:r>
            <a:r>
              <a:rPr lang="en-001" sz="1100" dirty="0" err="1"/>
              <a:t>nhuộm</a:t>
            </a:r>
            <a:r>
              <a:rPr lang="en-001" sz="1100" dirty="0"/>
              <a:t> </a:t>
            </a:r>
            <a:r>
              <a:rPr lang="en-001" sz="1100" dirty="0" err="1"/>
              <a:t>để</a:t>
            </a:r>
            <a:r>
              <a:rPr lang="en-001" sz="1100" dirty="0"/>
              <a:t> </a:t>
            </a:r>
            <a:r>
              <a:rPr lang="en-001" sz="1100" dirty="0" err="1"/>
              <a:t>đảm</a:t>
            </a:r>
            <a:r>
              <a:rPr lang="en-001" sz="1100" dirty="0"/>
              <a:t> </a:t>
            </a:r>
            <a:r>
              <a:rPr lang="en-001" sz="1100" dirty="0" err="1"/>
              <a:t>bảo</a:t>
            </a:r>
            <a:r>
              <a:rPr lang="en-001" sz="1100" dirty="0"/>
              <a:t> </a:t>
            </a:r>
            <a:r>
              <a:rPr lang="en-001" sz="1100" dirty="0" err="1"/>
              <a:t>độ</a:t>
            </a:r>
            <a:r>
              <a:rPr lang="en-001" sz="1100" dirty="0"/>
              <a:t> </a:t>
            </a:r>
            <a:r>
              <a:rPr lang="en-001" sz="1100" dirty="0" err="1"/>
              <a:t>chính</a:t>
            </a:r>
            <a:r>
              <a:rPr lang="en-001" sz="1100" dirty="0"/>
              <a:t> </a:t>
            </a:r>
            <a:r>
              <a:rPr lang="en-001" sz="1100" dirty="0" err="1"/>
              <a:t>xác</a:t>
            </a:r>
            <a:r>
              <a:rPr lang="en-001" sz="1100" dirty="0"/>
              <a:t> </a:t>
            </a:r>
            <a:r>
              <a:rPr lang="en-001" sz="1100" dirty="0" err="1"/>
              <a:t>màu</a:t>
            </a:r>
            <a:r>
              <a:rPr lang="en-001" sz="1100" dirty="0"/>
              <a:t> </a:t>
            </a:r>
            <a:r>
              <a:rPr lang="en-001" sz="1100" dirty="0" err="1"/>
              <a:t>sắc</a:t>
            </a:r>
            <a:r>
              <a:rPr lang="en-001" sz="1100" dirty="0"/>
              <a:t> </a:t>
            </a:r>
            <a:r>
              <a:rPr lang="en-001" sz="1100" dirty="0" err="1"/>
              <a:t>và</a:t>
            </a:r>
            <a:r>
              <a:rPr lang="en-001" sz="1100" dirty="0"/>
              <a:t> </a:t>
            </a:r>
            <a:r>
              <a:rPr lang="en-001" sz="1100" dirty="0" err="1"/>
              <a:t>sự</a:t>
            </a:r>
            <a:r>
              <a:rPr lang="en-001" sz="1100" dirty="0"/>
              <a:t> </a:t>
            </a:r>
            <a:r>
              <a:rPr lang="en-001" sz="1100" dirty="0" err="1"/>
              <a:t>ổn</a:t>
            </a:r>
            <a:r>
              <a:rPr lang="en-001" sz="1100" dirty="0"/>
              <a:t> </a:t>
            </a:r>
            <a:r>
              <a:rPr lang="en-001" sz="1100" dirty="0" err="1"/>
              <a:t>định</a:t>
            </a:r>
            <a:r>
              <a:rPr lang="en-001" sz="1100" dirty="0"/>
              <a:t> </a:t>
            </a:r>
            <a:r>
              <a:rPr lang="en-001" sz="1100" dirty="0" err="1"/>
              <a:t>của</a:t>
            </a:r>
            <a:r>
              <a:rPr lang="en-001" sz="1100" dirty="0"/>
              <a:t> </a:t>
            </a:r>
            <a:r>
              <a:rPr lang="en-001" sz="1100" dirty="0" err="1"/>
              <a:t>quá</a:t>
            </a:r>
            <a:r>
              <a:rPr lang="en-001" sz="1100" dirty="0"/>
              <a:t> </a:t>
            </a:r>
            <a:r>
              <a:rPr lang="en-001" sz="1100" dirty="0" err="1"/>
              <a:t>trình</a:t>
            </a:r>
            <a:r>
              <a:rPr lang="en-001" sz="1100" dirty="0"/>
              <a:t>. 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001" sz="1100" dirty="0" err="1"/>
              <a:t>Thực</a:t>
            </a:r>
            <a:r>
              <a:rPr lang="en-001" sz="1100" dirty="0"/>
              <a:t> </a:t>
            </a:r>
            <a:r>
              <a:rPr lang="en-001" sz="1100" dirty="0" err="1"/>
              <a:t>hiện</a:t>
            </a:r>
            <a:r>
              <a:rPr lang="en-001" sz="1100" dirty="0"/>
              <a:t> </a:t>
            </a:r>
            <a:r>
              <a:rPr lang="en-001" sz="1100" dirty="0" err="1"/>
              <a:t>phân</a:t>
            </a:r>
            <a:r>
              <a:rPr lang="en-001" sz="1100" dirty="0"/>
              <a:t> </a:t>
            </a:r>
            <a:r>
              <a:rPr lang="en-001" sz="1100" dirty="0" err="1"/>
              <a:t>tích</a:t>
            </a:r>
            <a:r>
              <a:rPr lang="en-001" sz="1100" dirty="0"/>
              <a:t> </a:t>
            </a:r>
            <a:r>
              <a:rPr lang="en-001" sz="1100" dirty="0" err="1"/>
              <a:t>nguyên</a:t>
            </a:r>
            <a:r>
              <a:rPr lang="en-001" sz="1100" dirty="0"/>
              <a:t> </a:t>
            </a:r>
            <a:r>
              <a:rPr lang="en-001" sz="1100" dirty="0" err="1"/>
              <a:t>nhân</a:t>
            </a:r>
            <a:r>
              <a:rPr lang="en-001" sz="1100" dirty="0"/>
              <a:t> </a:t>
            </a:r>
            <a:r>
              <a:rPr lang="en-001" sz="1100" dirty="0" err="1"/>
              <a:t>gốc</a:t>
            </a:r>
            <a:r>
              <a:rPr lang="en-001" sz="1100" dirty="0"/>
              <a:t> (RCA) </a:t>
            </a:r>
            <a:r>
              <a:rPr lang="en-001" sz="1100" dirty="0" err="1"/>
              <a:t>và</a:t>
            </a:r>
            <a:r>
              <a:rPr lang="en-001" sz="1100" dirty="0"/>
              <a:t> </a:t>
            </a:r>
            <a:r>
              <a:rPr lang="en-001" sz="1100" dirty="0" err="1"/>
              <a:t>triển</a:t>
            </a:r>
            <a:r>
              <a:rPr lang="en-001" sz="1100" dirty="0"/>
              <a:t> </a:t>
            </a:r>
            <a:r>
              <a:rPr lang="en-001" sz="1100" dirty="0" err="1"/>
              <a:t>khai</a:t>
            </a:r>
            <a:r>
              <a:rPr lang="en-001" sz="1100" dirty="0"/>
              <a:t> </a:t>
            </a:r>
            <a:r>
              <a:rPr lang="en-001" sz="1100" dirty="0" err="1"/>
              <a:t>các</a:t>
            </a:r>
            <a:r>
              <a:rPr lang="en-001" sz="1100" dirty="0"/>
              <a:t> </a:t>
            </a:r>
            <a:r>
              <a:rPr lang="en-001" sz="1100" dirty="0" err="1"/>
              <a:t>hành</a:t>
            </a:r>
            <a:r>
              <a:rPr lang="en-001" sz="1100" dirty="0"/>
              <a:t> </a:t>
            </a:r>
            <a:r>
              <a:rPr lang="en-001" sz="1100" dirty="0" err="1"/>
              <a:t>động</a:t>
            </a:r>
            <a:r>
              <a:rPr lang="en-001" sz="1100" dirty="0"/>
              <a:t> </a:t>
            </a:r>
            <a:r>
              <a:rPr lang="en-001" sz="1100" dirty="0" err="1"/>
              <a:t>khắc</a:t>
            </a:r>
            <a:r>
              <a:rPr lang="en-001" sz="1100" dirty="0"/>
              <a:t> </a:t>
            </a:r>
            <a:r>
              <a:rPr lang="en-001" sz="1100" dirty="0" err="1"/>
              <a:t>phục</a:t>
            </a:r>
            <a:r>
              <a:rPr lang="en-001" sz="1100" dirty="0"/>
              <a:t> </a:t>
            </a:r>
            <a:r>
              <a:rPr lang="en-001" sz="1100" dirty="0" err="1"/>
              <a:t>nhằm</a:t>
            </a:r>
            <a:r>
              <a:rPr lang="en-001" sz="1100" dirty="0"/>
              <a:t> </a:t>
            </a:r>
            <a:r>
              <a:rPr lang="en-001" sz="1100" dirty="0" err="1"/>
              <a:t>giải</a:t>
            </a:r>
            <a:r>
              <a:rPr lang="en-001" sz="1100" dirty="0"/>
              <a:t> </a:t>
            </a:r>
            <a:r>
              <a:rPr lang="en-001" sz="1100" dirty="0" err="1"/>
              <a:t>quyết</a:t>
            </a:r>
            <a:r>
              <a:rPr lang="en-001" sz="1100" dirty="0"/>
              <a:t> </a:t>
            </a:r>
            <a:r>
              <a:rPr lang="en-001" sz="1100" dirty="0" err="1"/>
              <a:t>các</a:t>
            </a:r>
            <a:r>
              <a:rPr lang="en-001" sz="1100" dirty="0"/>
              <a:t> </a:t>
            </a:r>
            <a:r>
              <a:rPr lang="en-001" sz="1100" dirty="0" err="1"/>
              <a:t>vấn</a:t>
            </a:r>
            <a:r>
              <a:rPr lang="en-001" sz="1100" dirty="0"/>
              <a:t> </a:t>
            </a:r>
            <a:r>
              <a:rPr lang="en-001" sz="1100" dirty="0" err="1"/>
              <a:t>đề</a:t>
            </a:r>
            <a:r>
              <a:rPr lang="en-001" sz="1100" dirty="0"/>
              <a:t> </a:t>
            </a:r>
            <a:r>
              <a:rPr lang="en-001" sz="1100" dirty="0" err="1"/>
              <a:t>sản</a:t>
            </a:r>
            <a:r>
              <a:rPr lang="en-001" sz="1100" dirty="0"/>
              <a:t> </a:t>
            </a:r>
            <a:r>
              <a:rPr lang="en-001" sz="1100" dirty="0" err="1"/>
              <a:t>xuất</a:t>
            </a:r>
            <a:r>
              <a:rPr lang="en-001" sz="1100" dirty="0"/>
              <a:t> </a:t>
            </a:r>
            <a:r>
              <a:rPr lang="en-001" sz="1100" dirty="0" err="1"/>
              <a:t>và</a:t>
            </a:r>
            <a:r>
              <a:rPr lang="en-001" sz="1100" dirty="0"/>
              <a:t> </a:t>
            </a:r>
            <a:r>
              <a:rPr lang="en-001" sz="1100" dirty="0" err="1"/>
              <a:t>ngăn</a:t>
            </a:r>
            <a:r>
              <a:rPr lang="en-001" sz="1100" dirty="0"/>
              <a:t> </a:t>
            </a:r>
            <a:r>
              <a:rPr lang="en-001" sz="1100" dirty="0" err="1"/>
              <a:t>ngừa</a:t>
            </a:r>
            <a:r>
              <a:rPr lang="en-001" sz="1100" dirty="0"/>
              <a:t> </a:t>
            </a:r>
            <a:r>
              <a:rPr lang="en-001" sz="1100" dirty="0" err="1"/>
              <a:t>tái</a:t>
            </a:r>
            <a:r>
              <a:rPr lang="en-001" sz="1100" dirty="0"/>
              <a:t> </a:t>
            </a:r>
            <a:r>
              <a:rPr lang="en-001" sz="1100" dirty="0" err="1"/>
              <a:t>diễn</a:t>
            </a:r>
            <a:r>
              <a:rPr lang="en-001" sz="1100" dirty="0"/>
              <a:t>. 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001" sz="1100" dirty="0" err="1"/>
              <a:t>Dẫn</a:t>
            </a:r>
            <a:r>
              <a:rPr lang="en-001" sz="1100" dirty="0"/>
              <a:t> </a:t>
            </a:r>
            <a:r>
              <a:rPr lang="en-001" sz="1100" dirty="0" err="1"/>
              <a:t>dắt</a:t>
            </a:r>
            <a:r>
              <a:rPr lang="en-001" sz="1100" dirty="0"/>
              <a:t> </a:t>
            </a:r>
            <a:r>
              <a:rPr lang="en-001" sz="1100" dirty="0" err="1"/>
              <a:t>các</a:t>
            </a:r>
            <a:r>
              <a:rPr lang="en-001" sz="1100" dirty="0"/>
              <a:t> </a:t>
            </a:r>
            <a:r>
              <a:rPr lang="en-001" sz="1100" dirty="0" err="1"/>
              <a:t>hoạt</a:t>
            </a:r>
            <a:r>
              <a:rPr lang="en-001" sz="1100" dirty="0"/>
              <a:t> </a:t>
            </a:r>
            <a:r>
              <a:rPr lang="en-001" sz="1100" dirty="0" err="1"/>
              <a:t>động</a:t>
            </a:r>
            <a:r>
              <a:rPr lang="en-001" sz="1100" dirty="0"/>
              <a:t> </a:t>
            </a:r>
            <a:r>
              <a:rPr lang="en-001" sz="1100" dirty="0" err="1"/>
              <a:t>cải</a:t>
            </a:r>
            <a:r>
              <a:rPr lang="en-001" sz="1100" dirty="0"/>
              <a:t> </a:t>
            </a:r>
            <a:r>
              <a:rPr lang="en-001" sz="1100" dirty="0" err="1"/>
              <a:t>tiến</a:t>
            </a:r>
            <a:r>
              <a:rPr lang="en-001" sz="1100" dirty="0"/>
              <a:t> </a:t>
            </a:r>
            <a:r>
              <a:rPr lang="en-001" sz="1100" dirty="0" err="1"/>
              <a:t>quy</a:t>
            </a:r>
            <a:r>
              <a:rPr lang="en-001" sz="1100" dirty="0"/>
              <a:t> </a:t>
            </a:r>
            <a:r>
              <a:rPr lang="en-001" sz="1100" dirty="0" err="1"/>
              <a:t>trình</a:t>
            </a:r>
            <a:r>
              <a:rPr lang="en-001" sz="1100" dirty="0"/>
              <a:t> </a:t>
            </a:r>
            <a:r>
              <a:rPr lang="en-001" sz="1100" dirty="0" err="1"/>
              <a:t>thông</a:t>
            </a:r>
            <a:r>
              <a:rPr lang="en-001" sz="1100" dirty="0"/>
              <a:t> qua </a:t>
            </a:r>
            <a:r>
              <a:rPr lang="en-001" sz="1100" dirty="0" err="1"/>
              <a:t>phân</a:t>
            </a:r>
            <a:r>
              <a:rPr lang="en-001" sz="1100" dirty="0"/>
              <a:t> </a:t>
            </a:r>
            <a:r>
              <a:rPr lang="en-001" sz="1100" dirty="0" err="1"/>
              <a:t>tích</a:t>
            </a:r>
            <a:r>
              <a:rPr lang="en-001" sz="1100" dirty="0"/>
              <a:t> </a:t>
            </a:r>
            <a:r>
              <a:rPr lang="en-001" sz="1100" dirty="0" err="1"/>
              <a:t>dữ</a:t>
            </a:r>
            <a:r>
              <a:rPr lang="en-001" sz="1100" dirty="0"/>
              <a:t> </a:t>
            </a:r>
            <a:r>
              <a:rPr lang="en-001" sz="1100" dirty="0" err="1"/>
              <a:t>liệu</a:t>
            </a:r>
            <a:r>
              <a:rPr lang="en-001" sz="1100" dirty="0"/>
              <a:t> </a:t>
            </a:r>
            <a:r>
              <a:rPr lang="en-001" sz="1100" dirty="0" err="1"/>
              <a:t>sản</a:t>
            </a:r>
            <a:r>
              <a:rPr lang="en-001" sz="1100" dirty="0"/>
              <a:t> </a:t>
            </a:r>
            <a:r>
              <a:rPr lang="en-001" sz="1100" dirty="0" err="1"/>
              <a:t>xuất</a:t>
            </a:r>
            <a:r>
              <a:rPr lang="en-001" sz="1100" dirty="0"/>
              <a:t>, </a:t>
            </a:r>
            <a:r>
              <a:rPr lang="en-001" sz="1100" dirty="0" err="1"/>
              <a:t>phân</a:t>
            </a:r>
            <a:r>
              <a:rPr lang="en-001" sz="1100" dirty="0"/>
              <a:t> </a:t>
            </a:r>
            <a:r>
              <a:rPr lang="en-001" sz="1100" dirty="0" err="1"/>
              <a:t>tích</a:t>
            </a:r>
            <a:r>
              <a:rPr lang="en-001" sz="1100" dirty="0"/>
              <a:t> </a:t>
            </a:r>
            <a:r>
              <a:rPr lang="en-001" sz="1100" dirty="0" err="1"/>
              <a:t>kỹ</a:t>
            </a:r>
            <a:r>
              <a:rPr lang="en-001" sz="1100" dirty="0"/>
              <a:t> </a:t>
            </a:r>
            <a:r>
              <a:rPr lang="en-001" sz="1100" dirty="0" err="1"/>
              <a:t>thuật</a:t>
            </a:r>
            <a:r>
              <a:rPr lang="en-001" sz="1100" dirty="0"/>
              <a:t> </a:t>
            </a:r>
            <a:r>
              <a:rPr lang="en-001" sz="1100" dirty="0" err="1"/>
              <a:t>và</a:t>
            </a:r>
            <a:r>
              <a:rPr lang="en-001" sz="1100" dirty="0"/>
              <a:t> </a:t>
            </a:r>
            <a:r>
              <a:rPr lang="en-001" sz="1100" dirty="0" err="1"/>
              <a:t>phương</a:t>
            </a:r>
            <a:r>
              <a:rPr lang="en-001" sz="1100" dirty="0"/>
              <a:t> </a:t>
            </a:r>
            <a:r>
              <a:rPr lang="en-001" sz="1100" dirty="0" err="1"/>
              <a:t>pháp</a:t>
            </a:r>
            <a:r>
              <a:rPr lang="en-001" sz="1100" dirty="0"/>
              <a:t> </a:t>
            </a:r>
            <a:r>
              <a:rPr lang="en-001" sz="1100" dirty="0" err="1"/>
              <a:t>cải</a:t>
            </a:r>
            <a:r>
              <a:rPr lang="en-001" sz="1100" dirty="0"/>
              <a:t> </a:t>
            </a:r>
            <a:r>
              <a:rPr lang="en-001" sz="1100" dirty="0" err="1"/>
              <a:t>tiến</a:t>
            </a:r>
            <a:r>
              <a:rPr lang="en-001" sz="1100" dirty="0"/>
              <a:t> </a:t>
            </a:r>
            <a:r>
              <a:rPr lang="en-001" sz="1100" dirty="0" err="1"/>
              <a:t>liên</a:t>
            </a:r>
            <a:r>
              <a:rPr lang="en-001" sz="1100" dirty="0"/>
              <a:t> </a:t>
            </a:r>
            <a:r>
              <a:rPr lang="en-001" sz="1100" dirty="0" err="1"/>
              <a:t>tục</a:t>
            </a:r>
            <a:r>
              <a:rPr lang="en-001" sz="1100" dirty="0"/>
              <a:t>. </a:t>
            </a:r>
            <a:endParaRPr lang="en-US" sz="1100" dirty="0"/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001" sz="1100" dirty="0" err="1"/>
              <a:t>Thiết</a:t>
            </a:r>
            <a:r>
              <a:rPr lang="en-001" sz="1100" dirty="0"/>
              <a:t> </a:t>
            </a:r>
            <a:r>
              <a:rPr lang="en-001" sz="1100" dirty="0" err="1"/>
              <a:t>kế</a:t>
            </a:r>
            <a:r>
              <a:rPr lang="en-001" sz="1100" dirty="0"/>
              <a:t> </a:t>
            </a:r>
            <a:r>
              <a:rPr lang="en-001" sz="1100" dirty="0" err="1"/>
              <a:t>và</a:t>
            </a:r>
            <a:r>
              <a:rPr lang="en-001" sz="1100" dirty="0"/>
              <a:t> </a:t>
            </a:r>
            <a:r>
              <a:rPr lang="en-001" sz="1100" dirty="0" err="1"/>
              <a:t>phát</a:t>
            </a:r>
            <a:r>
              <a:rPr lang="en-001" sz="1100" dirty="0"/>
              <a:t> </a:t>
            </a:r>
            <a:r>
              <a:rPr lang="en-001" sz="1100" dirty="0" err="1"/>
              <a:t>triển</a:t>
            </a:r>
            <a:r>
              <a:rPr lang="en-001" sz="1100" dirty="0"/>
              <a:t> </a:t>
            </a:r>
            <a:r>
              <a:rPr lang="en-001" sz="1100" dirty="0" err="1"/>
              <a:t>các</a:t>
            </a:r>
            <a:r>
              <a:rPr lang="en-001" sz="1100" dirty="0"/>
              <a:t> </a:t>
            </a:r>
            <a:r>
              <a:rPr lang="en-001" sz="1100" dirty="0" err="1"/>
              <a:t>công</a:t>
            </a:r>
            <a:r>
              <a:rPr lang="en-001" sz="1100" dirty="0"/>
              <a:t> </a:t>
            </a:r>
            <a:r>
              <a:rPr lang="en-001" sz="1100" dirty="0" err="1"/>
              <a:t>cụ</a:t>
            </a:r>
            <a:r>
              <a:rPr lang="en-001" sz="1100" dirty="0"/>
              <a:t> </a:t>
            </a:r>
            <a:r>
              <a:rPr lang="en-001" sz="1100" dirty="0" err="1"/>
              <a:t>tự</a:t>
            </a:r>
            <a:r>
              <a:rPr lang="en-001" sz="1100" dirty="0"/>
              <a:t> </a:t>
            </a:r>
            <a:r>
              <a:rPr lang="en-001" sz="1100" dirty="0" err="1"/>
              <a:t>động</a:t>
            </a:r>
            <a:r>
              <a:rPr lang="en-001" sz="1100" dirty="0"/>
              <a:t> </a:t>
            </a:r>
            <a:r>
              <a:rPr lang="en-001" sz="1100" dirty="0" err="1"/>
              <a:t>hóa</a:t>
            </a:r>
            <a:r>
              <a:rPr lang="en-001" sz="1100" dirty="0"/>
              <a:t> </a:t>
            </a:r>
            <a:r>
              <a:rPr lang="en-001" sz="1100" dirty="0" err="1"/>
              <a:t>bằng</a:t>
            </a:r>
            <a:r>
              <a:rPr lang="en-001" sz="1100" dirty="0"/>
              <a:t> Excel VBA </a:t>
            </a:r>
            <a:r>
              <a:rPr lang="en-001" sz="1100" dirty="0" err="1"/>
              <a:t>nhằm</a:t>
            </a:r>
            <a:r>
              <a:rPr lang="en-001" sz="1100" dirty="0"/>
              <a:t> </a:t>
            </a:r>
            <a:r>
              <a:rPr lang="en-001" sz="1100" dirty="0" err="1"/>
              <a:t>tự</a:t>
            </a:r>
            <a:r>
              <a:rPr lang="en-001" sz="1100" dirty="0"/>
              <a:t> </a:t>
            </a:r>
            <a:r>
              <a:rPr lang="en-001" sz="1100" dirty="0" err="1"/>
              <a:t>động</a:t>
            </a:r>
            <a:r>
              <a:rPr lang="en-001" sz="1100" dirty="0"/>
              <a:t> </a:t>
            </a:r>
            <a:r>
              <a:rPr lang="en-001" sz="1100" dirty="0" err="1"/>
              <a:t>hóa</a:t>
            </a:r>
            <a:r>
              <a:rPr lang="en-001" sz="1100" dirty="0"/>
              <a:t> </a:t>
            </a:r>
            <a:r>
              <a:rPr lang="en-US" sz="1100" dirty="0" err="1"/>
              <a:t>sản</a:t>
            </a:r>
            <a:r>
              <a:rPr lang="en-US" sz="1100" dirty="0"/>
              <a:t> </a:t>
            </a:r>
            <a:r>
              <a:rPr lang="en-US" sz="1100" dirty="0" err="1"/>
              <a:t>xuất</a:t>
            </a:r>
            <a:r>
              <a:rPr lang="en-001" sz="1100" dirty="0"/>
              <a:t>, </a:t>
            </a:r>
            <a:r>
              <a:rPr lang="en-001" sz="1100" dirty="0" err="1"/>
              <a:t>giảm</a:t>
            </a:r>
            <a:r>
              <a:rPr lang="en-001" sz="1100" dirty="0"/>
              <a:t> </a:t>
            </a:r>
            <a:r>
              <a:rPr lang="en-001" sz="1100" dirty="0" err="1"/>
              <a:t>thao</a:t>
            </a:r>
            <a:r>
              <a:rPr lang="en-001" sz="1100" dirty="0"/>
              <a:t> </a:t>
            </a:r>
            <a:r>
              <a:rPr lang="en-001" sz="1100" dirty="0" err="1"/>
              <a:t>tác</a:t>
            </a:r>
            <a:r>
              <a:rPr lang="en-001" sz="1100" dirty="0"/>
              <a:t> </a:t>
            </a:r>
            <a:r>
              <a:rPr lang="en-001" sz="1100" dirty="0" err="1"/>
              <a:t>thủ</a:t>
            </a:r>
            <a:r>
              <a:rPr lang="en-001" sz="1100" dirty="0"/>
              <a:t> </a:t>
            </a:r>
            <a:r>
              <a:rPr lang="en-001" sz="1100" dirty="0" err="1"/>
              <a:t>công</a:t>
            </a:r>
            <a:r>
              <a:rPr lang="en-001" sz="1100" dirty="0"/>
              <a:t> </a:t>
            </a:r>
            <a:r>
              <a:rPr lang="en-001" sz="1100" dirty="0" err="1"/>
              <a:t>và</a:t>
            </a:r>
            <a:r>
              <a:rPr lang="en-001" sz="1100" dirty="0"/>
              <a:t> </a:t>
            </a:r>
            <a:r>
              <a:rPr lang="en-001" sz="1100" dirty="0" err="1"/>
              <a:t>nâng</a:t>
            </a:r>
            <a:r>
              <a:rPr lang="en-001" sz="1100" dirty="0"/>
              <a:t> </a:t>
            </a:r>
            <a:r>
              <a:rPr lang="en-001" sz="1100" dirty="0" err="1"/>
              <a:t>cao</a:t>
            </a:r>
            <a:r>
              <a:rPr lang="en-001" sz="1100" dirty="0"/>
              <a:t> </a:t>
            </a:r>
            <a:r>
              <a:rPr lang="en-001" sz="1100" dirty="0" err="1"/>
              <a:t>hiệu</a:t>
            </a:r>
            <a:r>
              <a:rPr lang="en-001" sz="1100" dirty="0"/>
              <a:t> </a:t>
            </a:r>
            <a:r>
              <a:rPr lang="en-001" sz="1100" dirty="0" err="1"/>
              <a:t>quả</a:t>
            </a:r>
            <a:r>
              <a:rPr lang="en-001" sz="1100" dirty="0"/>
              <a:t> </a:t>
            </a:r>
            <a:r>
              <a:rPr lang="en-001" sz="1100" dirty="0" err="1"/>
              <a:t>vận</a:t>
            </a:r>
            <a:r>
              <a:rPr lang="en-001" sz="1100" dirty="0"/>
              <a:t> </a:t>
            </a:r>
            <a:r>
              <a:rPr lang="en-001" sz="1100" dirty="0" err="1"/>
              <a:t>hành</a:t>
            </a:r>
            <a:r>
              <a:rPr lang="en-001" sz="1100" dirty="0"/>
              <a:t>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001" sz="1100" dirty="0" err="1"/>
              <a:t>Thiết</a:t>
            </a:r>
            <a:r>
              <a:rPr lang="en-001" sz="1100" dirty="0"/>
              <a:t> </a:t>
            </a:r>
            <a:r>
              <a:rPr lang="en-001" sz="1100" dirty="0" err="1"/>
              <a:t>kế</a:t>
            </a:r>
            <a:r>
              <a:rPr lang="en-001" sz="1100" dirty="0"/>
              <a:t>, </a:t>
            </a:r>
            <a:r>
              <a:rPr lang="en-001" sz="1100" dirty="0" err="1"/>
              <a:t>phát</a:t>
            </a:r>
            <a:r>
              <a:rPr lang="en-001" sz="1100" dirty="0"/>
              <a:t> </a:t>
            </a:r>
            <a:r>
              <a:rPr lang="en-001" sz="1100" dirty="0" err="1"/>
              <a:t>triển</a:t>
            </a:r>
            <a:r>
              <a:rPr lang="en-001" sz="1100" dirty="0"/>
              <a:t> </a:t>
            </a:r>
            <a:r>
              <a:rPr lang="en-001" sz="1100" dirty="0" err="1"/>
              <a:t>và</a:t>
            </a:r>
            <a:r>
              <a:rPr lang="en-001" sz="1100" dirty="0"/>
              <a:t> </a:t>
            </a:r>
            <a:r>
              <a:rPr lang="en-001" sz="1100" dirty="0" err="1"/>
              <a:t>duy</a:t>
            </a:r>
            <a:r>
              <a:rPr lang="en-001" sz="1100" dirty="0"/>
              <a:t> </a:t>
            </a:r>
            <a:r>
              <a:rPr lang="en-001" sz="1100" dirty="0" err="1"/>
              <a:t>trì</a:t>
            </a:r>
            <a:r>
              <a:rPr lang="en-001" sz="1100" dirty="0"/>
              <a:t> </a:t>
            </a:r>
            <a:r>
              <a:rPr lang="en-001" sz="1100" dirty="0" err="1"/>
              <a:t>hệ</a:t>
            </a:r>
            <a:r>
              <a:rPr lang="en-001" sz="1100" dirty="0"/>
              <a:t> </a:t>
            </a:r>
            <a:r>
              <a:rPr lang="en-001" sz="1100" dirty="0" err="1"/>
              <a:t>thống</a:t>
            </a:r>
            <a:r>
              <a:rPr lang="en-001" sz="1100" dirty="0"/>
              <a:t> </a:t>
            </a:r>
            <a:r>
              <a:rPr lang="en-001" sz="1100" dirty="0" err="1"/>
              <a:t>quản</a:t>
            </a:r>
            <a:r>
              <a:rPr lang="en-001" sz="1100" dirty="0"/>
              <a:t> </a:t>
            </a:r>
            <a:r>
              <a:rPr lang="en-001" sz="1100" dirty="0" err="1"/>
              <a:t>lý</a:t>
            </a:r>
            <a:r>
              <a:rPr lang="en-001" sz="1100" dirty="0"/>
              <a:t> </a:t>
            </a:r>
            <a:r>
              <a:rPr lang="en-001" sz="1100" dirty="0" err="1"/>
              <a:t>dữ</a:t>
            </a:r>
            <a:r>
              <a:rPr lang="en-001" sz="1100" dirty="0"/>
              <a:t> </a:t>
            </a:r>
            <a:r>
              <a:rPr lang="en-001" sz="1100" dirty="0" err="1"/>
              <a:t>liệu</a:t>
            </a:r>
            <a:r>
              <a:rPr lang="en-001" sz="1100" dirty="0"/>
              <a:t> </a:t>
            </a:r>
            <a:r>
              <a:rPr lang="en-001" sz="1100" dirty="0" err="1"/>
              <a:t>sản</a:t>
            </a:r>
            <a:r>
              <a:rPr lang="en-001" sz="1100" dirty="0"/>
              <a:t> </a:t>
            </a:r>
            <a:r>
              <a:rPr lang="en-001" sz="1100" dirty="0" err="1"/>
              <a:t>xuất</a:t>
            </a:r>
            <a:r>
              <a:rPr lang="en-001" sz="1100" dirty="0"/>
              <a:t> </a:t>
            </a:r>
            <a:r>
              <a:rPr lang="en-001" sz="1100" dirty="0" err="1"/>
              <a:t>bằng</a:t>
            </a:r>
            <a:r>
              <a:rPr lang="en-001" sz="1100" dirty="0"/>
              <a:t> Microsoft Access </a:t>
            </a:r>
            <a:r>
              <a:rPr lang="en-001" sz="1100" dirty="0" err="1"/>
              <a:t>phục</a:t>
            </a:r>
            <a:r>
              <a:rPr lang="en-001" sz="1100" dirty="0"/>
              <a:t> </a:t>
            </a:r>
            <a:r>
              <a:rPr lang="en-001" sz="1100" dirty="0" err="1"/>
              <a:t>vụ</a:t>
            </a:r>
            <a:r>
              <a:rPr lang="en-001" sz="1100" dirty="0"/>
              <a:t> </a:t>
            </a:r>
            <a:r>
              <a:rPr lang="en-001" sz="1100" dirty="0" err="1"/>
              <a:t>hoạt</a:t>
            </a:r>
            <a:r>
              <a:rPr lang="en-001" sz="1100" dirty="0"/>
              <a:t> </a:t>
            </a:r>
            <a:r>
              <a:rPr lang="en-001" sz="1100" dirty="0" err="1"/>
              <a:t>động</a:t>
            </a:r>
            <a:r>
              <a:rPr lang="en-001" sz="1100" dirty="0"/>
              <a:t> </a:t>
            </a:r>
            <a:r>
              <a:rPr lang="en-001" sz="1100" dirty="0" err="1"/>
              <a:t>sản</a:t>
            </a:r>
            <a:r>
              <a:rPr lang="en-001" sz="1100" dirty="0"/>
              <a:t> </a:t>
            </a:r>
            <a:r>
              <a:rPr lang="en-001" sz="1100" dirty="0" err="1"/>
              <a:t>xuất</a:t>
            </a:r>
            <a:r>
              <a:rPr lang="en-001" sz="1100" dirty="0"/>
              <a:t> </a:t>
            </a:r>
            <a:r>
              <a:rPr lang="en-001" sz="1100" dirty="0" err="1"/>
              <a:t>và</a:t>
            </a:r>
            <a:r>
              <a:rPr lang="en-001" sz="1100" dirty="0"/>
              <a:t> </a:t>
            </a:r>
            <a:r>
              <a:rPr lang="en-001" sz="1100" dirty="0" err="1"/>
              <a:t>truy</a:t>
            </a:r>
            <a:r>
              <a:rPr lang="en-001" sz="1100" dirty="0"/>
              <a:t> </a:t>
            </a:r>
            <a:r>
              <a:rPr lang="en-001" sz="1100" dirty="0" err="1"/>
              <a:t>xuất</a:t>
            </a:r>
            <a:r>
              <a:rPr lang="en-001" sz="1100" dirty="0"/>
              <a:t> </a:t>
            </a:r>
            <a:r>
              <a:rPr lang="en-001" sz="1100" dirty="0" err="1"/>
              <a:t>dữ</a:t>
            </a:r>
            <a:r>
              <a:rPr lang="en-001" sz="1100" dirty="0"/>
              <a:t> </a:t>
            </a:r>
            <a:r>
              <a:rPr lang="en-001" sz="1100" dirty="0" err="1"/>
              <a:t>liệu</a:t>
            </a:r>
            <a:r>
              <a:rPr lang="en-001" sz="1100" dirty="0"/>
              <a:t>. 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001" sz="1100" dirty="0" err="1"/>
              <a:t>Xây</a:t>
            </a:r>
            <a:r>
              <a:rPr lang="en-001" sz="1100" dirty="0"/>
              <a:t> </a:t>
            </a:r>
            <a:r>
              <a:rPr lang="en-001" sz="1100" dirty="0" err="1"/>
              <a:t>dựng</a:t>
            </a:r>
            <a:r>
              <a:rPr lang="en-001" sz="1100" dirty="0"/>
              <a:t> </a:t>
            </a:r>
            <a:r>
              <a:rPr lang="en-001" sz="1100" dirty="0" err="1"/>
              <a:t>các</a:t>
            </a:r>
            <a:r>
              <a:rPr lang="en-001" sz="1100" dirty="0"/>
              <a:t> </a:t>
            </a:r>
            <a:r>
              <a:rPr lang="en-001" sz="1100" dirty="0" err="1"/>
              <a:t>công</a:t>
            </a:r>
            <a:r>
              <a:rPr lang="en-001" sz="1100" dirty="0"/>
              <a:t> </a:t>
            </a:r>
            <a:r>
              <a:rPr lang="en-001" sz="1100" dirty="0" err="1"/>
              <a:t>cụ</a:t>
            </a:r>
            <a:r>
              <a:rPr lang="en-001" sz="1100" dirty="0"/>
              <a:t> </a:t>
            </a:r>
            <a:r>
              <a:rPr lang="en-001" sz="1100" dirty="0" err="1"/>
              <a:t>tối</a:t>
            </a:r>
            <a:r>
              <a:rPr lang="en-001" sz="1100" dirty="0"/>
              <a:t> </a:t>
            </a:r>
            <a:r>
              <a:rPr lang="en-001" sz="1100" dirty="0" err="1"/>
              <a:t>ưu</a:t>
            </a:r>
            <a:r>
              <a:rPr lang="en-001" sz="1100" dirty="0"/>
              <a:t> </a:t>
            </a:r>
            <a:r>
              <a:rPr lang="en-001" sz="1100" dirty="0" err="1"/>
              <a:t>hóa</a:t>
            </a:r>
            <a:r>
              <a:rPr lang="en-001" sz="1100" dirty="0"/>
              <a:t> </a:t>
            </a:r>
            <a:r>
              <a:rPr lang="en-001" sz="1100" dirty="0" err="1"/>
              <a:t>kế</a:t>
            </a:r>
            <a:r>
              <a:rPr lang="en-001" sz="1100" dirty="0"/>
              <a:t> </a:t>
            </a:r>
            <a:r>
              <a:rPr lang="en-001" sz="1100" dirty="0" err="1"/>
              <a:t>hoạch</a:t>
            </a:r>
            <a:r>
              <a:rPr lang="en-001" sz="1100" dirty="0"/>
              <a:t> </a:t>
            </a:r>
            <a:r>
              <a:rPr lang="en-001" sz="1100" dirty="0" err="1"/>
              <a:t>sản</a:t>
            </a:r>
            <a:r>
              <a:rPr lang="en-001" sz="1100" dirty="0"/>
              <a:t> </a:t>
            </a:r>
            <a:r>
              <a:rPr lang="en-001" sz="1100" dirty="0" err="1"/>
              <a:t>xuất</a:t>
            </a:r>
            <a:r>
              <a:rPr lang="en-001" sz="1100" dirty="0"/>
              <a:t>, </a:t>
            </a:r>
            <a:r>
              <a:rPr lang="en-001" sz="1100" dirty="0" err="1"/>
              <a:t>đồng</a:t>
            </a:r>
            <a:r>
              <a:rPr lang="en-001" sz="1100" dirty="0"/>
              <a:t> </a:t>
            </a:r>
            <a:r>
              <a:rPr lang="en-001" sz="1100" dirty="0" err="1"/>
              <a:t>bộ</a:t>
            </a:r>
            <a:r>
              <a:rPr lang="en-001" sz="1100" dirty="0"/>
              <a:t> </a:t>
            </a:r>
            <a:r>
              <a:rPr lang="en-001" sz="1100" dirty="0" err="1"/>
              <a:t>hóa</a:t>
            </a:r>
            <a:r>
              <a:rPr lang="en-001" sz="1100" dirty="0"/>
              <a:t> </a:t>
            </a:r>
            <a:r>
              <a:rPr lang="en-001" sz="1100" dirty="0" err="1"/>
              <a:t>dữ</a:t>
            </a:r>
            <a:r>
              <a:rPr lang="en-001" sz="1100" dirty="0"/>
              <a:t> </a:t>
            </a:r>
            <a:r>
              <a:rPr lang="en-001" sz="1100" dirty="0" err="1"/>
              <a:t>liệu</a:t>
            </a:r>
            <a:r>
              <a:rPr lang="en-001" sz="1100" dirty="0"/>
              <a:t> </a:t>
            </a:r>
            <a:r>
              <a:rPr lang="en-001" sz="1100" dirty="0" err="1"/>
              <a:t>sản</a:t>
            </a:r>
            <a:r>
              <a:rPr lang="en-001" sz="1100" dirty="0"/>
              <a:t> </a:t>
            </a:r>
            <a:r>
              <a:rPr lang="en-001" sz="1100" dirty="0" err="1"/>
              <a:t>xuất</a:t>
            </a:r>
            <a:r>
              <a:rPr lang="en-001" sz="1100" dirty="0"/>
              <a:t> </a:t>
            </a:r>
            <a:r>
              <a:rPr lang="en-001" sz="1100" dirty="0" err="1"/>
              <a:t>và</a:t>
            </a:r>
            <a:r>
              <a:rPr lang="en-001" sz="1100" dirty="0"/>
              <a:t> </a:t>
            </a:r>
            <a:r>
              <a:rPr lang="en-001" sz="1100" dirty="0" err="1"/>
              <a:t>chuẩn</a:t>
            </a:r>
            <a:r>
              <a:rPr lang="en-001" sz="1100" dirty="0"/>
              <a:t> </a:t>
            </a:r>
            <a:r>
              <a:rPr lang="en-001" sz="1100" dirty="0" err="1"/>
              <a:t>hóa</a:t>
            </a:r>
            <a:r>
              <a:rPr lang="en-001" sz="1100" dirty="0"/>
              <a:t> </a:t>
            </a:r>
            <a:r>
              <a:rPr lang="en-001" sz="1100" dirty="0" err="1"/>
              <a:t>quy</a:t>
            </a:r>
            <a:r>
              <a:rPr lang="en-001" sz="1100" dirty="0"/>
              <a:t> </a:t>
            </a:r>
            <a:r>
              <a:rPr lang="en-001" sz="1100" dirty="0" err="1"/>
              <a:t>trình</a:t>
            </a:r>
            <a:r>
              <a:rPr lang="en-001" sz="1100" dirty="0"/>
              <a:t> </a:t>
            </a:r>
            <a:r>
              <a:rPr lang="en-001" sz="1100" dirty="0" err="1"/>
              <a:t>vận</a:t>
            </a:r>
            <a:r>
              <a:rPr lang="en-001" sz="1100" dirty="0"/>
              <a:t> </a:t>
            </a:r>
            <a:r>
              <a:rPr lang="en-001" sz="1100" dirty="0" err="1"/>
              <a:t>hành</a:t>
            </a:r>
            <a:r>
              <a:rPr lang="en-001" sz="1100" dirty="0"/>
              <a:t>. 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001" sz="1100" dirty="0" err="1"/>
              <a:t>Phối</a:t>
            </a:r>
            <a:r>
              <a:rPr lang="en-001" sz="1100" dirty="0"/>
              <a:t> </a:t>
            </a:r>
            <a:r>
              <a:rPr lang="en-001" sz="1100" dirty="0" err="1"/>
              <a:t>hợp</a:t>
            </a:r>
            <a:r>
              <a:rPr lang="en-001" sz="1100" dirty="0"/>
              <a:t> </a:t>
            </a:r>
            <a:r>
              <a:rPr lang="en-001" sz="1100" dirty="0" err="1"/>
              <a:t>với</a:t>
            </a:r>
            <a:r>
              <a:rPr lang="en-001" sz="1100" dirty="0"/>
              <a:t> </a:t>
            </a:r>
            <a:r>
              <a:rPr lang="en-001" sz="1100" dirty="0" err="1"/>
              <a:t>các</a:t>
            </a:r>
            <a:r>
              <a:rPr lang="en-001" sz="1100" dirty="0"/>
              <a:t> </a:t>
            </a:r>
            <a:r>
              <a:rPr lang="en-001" sz="1100" dirty="0" err="1"/>
              <a:t>bộ</a:t>
            </a:r>
            <a:r>
              <a:rPr lang="en-001" sz="1100" dirty="0"/>
              <a:t> </a:t>
            </a:r>
            <a:r>
              <a:rPr lang="en-001" sz="1100" dirty="0" err="1"/>
              <a:t>phận</a:t>
            </a:r>
            <a:r>
              <a:rPr lang="en-001" sz="1100" dirty="0"/>
              <a:t> </a:t>
            </a:r>
            <a:r>
              <a:rPr lang="en-001" sz="1100" dirty="0" err="1"/>
              <a:t>sản</a:t>
            </a:r>
            <a:r>
              <a:rPr lang="en-001" sz="1100" dirty="0"/>
              <a:t> </a:t>
            </a:r>
            <a:r>
              <a:rPr lang="en-001" sz="1100" dirty="0" err="1"/>
              <a:t>xuất</a:t>
            </a:r>
            <a:r>
              <a:rPr lang="en-001" sz="1100" dirty="0"/>
              <a:t>, </a:t>
            </a:r>
            <a:r>
              <a:rPr lang="en-001" sz="1100" dirty="0" err="1"/>
              <a:t>chất</a:t>
            </a:r>
            <a:r>
              <a:rPr lang="en-001" sz="1100" dirty="0"/>
              <a:t> </a:t>
            </a:r>
            <a:r>
              <a:rPr lang="en-001" sz="1100" dirty="0" err="1"/>
              <a:t>lượng</a:t>
            </a:r>
            <a:r>
              <a:rPr lang="en-001" sz="1100" dirty="0"/>
              <a:t>, </a:t>
            </a:r>
            <a:r>
              <a:rPr lang="en-001" sz="1100" dirty="0" err="1"/>
              <a:t>bảo</a:t>
            </a:r>
            <a:r>
              <a:rPr lang="en-001" sz="1100" dirty="0"/>
              <a:t> </a:t>
            </a:r>
            <a:r>
              <a:rPr lang="en-001" sz="1100" dirty="0" err="1"/>
              <a:t>trì</a:t>
            </a:r>
            <a:r>
              <a:rPr lang="en-001" sz="1100" dirty="0"/>
              <a:t> </a:t>
            </a:r>
            <a:r>
              <a:rPr lang="en-001" sz="1100" dirty="0" err="1"/>
              <a:t>và</a:t>
            </a:r>
            <a:r>
              <a:rPr lang="en-001" sz="1100" dirty="0"/>
              <a:t> </a:t>
            </a:r>
            <a:r>
              <a:rPr lang="en-001" sz="1100" dirty="0" err="1"/>
              <a:t>kế</a:t>
            </a:r>
            <a:r>
              <a:rPr lang="en-001" sz="1100" dirty="0"/>
              <a:t> </a:t>
            </a:r>
            <a:r>
              <a:rPr lang="en-001" sz="1100" dirty="0" err="1"/>
              <a:t>hoạch</a:t>
            </a:r>
            <a:r>
              <a:rPr lang="en-001" sz="1100" dirty="0"/>
              <a:t> </a:t>
            </a:r>
            <a:r>
              <a:rPr lang="en-001" sz="1100" dirty="0" err="1"/>
              <a:t>để</a:t>
            </a:r>
            <a:r>
              <a:rPr lang="en-001" sz="1100" dirty="0"/>
              <a:t> </a:t>
            </a:r>
            <a:r>
              <a:rPr lang="en-001" sz="1100" dirty="0" err="1"/>
              <a:t>nâng</a:t>
            </a:r>
            <a:r>
              <a:rPr lang="en-001" sz="1100" dirty="0"/>
              <a:t> </a:t>
            </a:r>
            <a:r>
              <a:rPr lang="en-001" sz="1100" dirty="0" err="1"/>
              <a:t>cao</a:t>
            </a:r>
            <a:r>
              <a:rPr lang="en-001" sz="1100" dirty="0"/>
              <a:t> </a:t>
            </a:r>
            <a:r>
              <a:rPr lang="en-001" sz="1100" dirty="0" err="1"/>
              <a:t>hiệu</a:t>
            </a:r>
            <a:r>
              <a:rPr lang="en-001" sz="1100" dirty="0"/>
              <a:t> </a:t>
            </a:r>
            <a:r>
              <a:rPr lang="en-001" sz="1100" dirty="0" err="1"/>
              <a:t>suất</a:t>
            </a:r>
            <a:r>
              <a:rPr lang="en-001" sz="1100" dirty="0"/>
              <a:t> </a:t>
            </a:r>
            <a:r>
              <a:rPr lang="en-001" sz="1100" dirty="0" err="1"/>
              <a:t>sản</a:t>
            </a:r>
            <a:r>
              <a:rPr lang="en-001" sz="1100" dirty="0"/>
              <a:t> </a:t>
            </a:r>
            <a:r>
              <a:rPr lang="en-001" sz="1100" dirty="0" err="1"/>
              <a:t>xuất</a:t>
            </a:r>
            <a:r>
              <a:rPr lang="en-001" sz="1100" dirty="0"/>
              <a:t> </a:t>
            </a:r>
            <a:r>
              <a:rPr lang="en-001" sz="1100" dirty="0" err="1"/>
              <a:t>và</a:t>
            </a:r>
            <a:r>
              <a:rPr lang="en-001" sz="1100" dirty="0"/>
              <a:t> </a:t>
            </a:r>
            <a:r>
              <a:rPr lang="en-001" sz="1100" dirty="0" err="1"/>
              <a:t>độ</a:t>
            </a:r>
            <a:r>
              <a:rPr lang="en-001" sz="1100" dirty="0"/>
              <a:t> tin </a:t>
            </a:r>
            <a:r>
              <a:rPr lang="en-001" sz="1100" dirty="0" err="1"/>
              <a:t>cậy</a:t>
            </a:r>
            <a:r>
              <a:rPr lang="en-001" sz="1100" dirty="0"/>
              <a:t> </a:t>
            </a:r>
            <a:r>
              <a:rPr lang="en-001" sz="1100" dirty="0" err="1"/>
              <a:t>của</a:t>
            </a:r>
            <a:r>
              <a:rPr lang="en-001" sz="1100" dirty="0"/>
              <a:t> </a:t>
            </a:r>
            <a:r>
              <a:rPr lang="en-001" sz="1100" dirty="0" err="1"/>
              <a:t>quy</a:t>
            </a:r>
            <a:r>
              <a:rPr lang="en-001" sz="1100" dirty="0"/>
              <a:t> </a:t>
            </a:r>
            <a:r>
              <a:rPr lang="en-001" sz="1100" dirty="0" err="1"/>
              <a:t>trình</a:t>
            </a:r>
            <a:r>
              <a:rPr lang="en-001" sz="1100" dirty="0"/>
              <a:t>. 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001" sz="1100" dirty="0" err="1"/>
              <a:t>Hỗ</a:t>
            </a:r>
            <a:r>
              <a:rPr lang="en-001" sz="1100" dirty="0"/>
              <a:t> </a:t>
            </a:r>
            <a:r>
              <a:rPr lang="en-001" sz="1100" dirty="0" err="1"/>
              <a:t>trợ</a:t>
            </a:r>
            <a:r>
              <a:rPr lang="en-001" sz="1100" dirty="0"/>
              <a:t> </a:t>
            </a:r>
            <a:r>
              <a:rPr lang="en-001" sz="1100" dirty="0" err="1"/>
              <a:t>chuẩn</a:t>
            </a:r>
            <a:r>
              <a:rPr lang="en-001" sz="1100" dirty="0"/>
              <a:t> </a:t>
            </a:r>
            <a:r>
              <a:rPr lang="en-001" sz="1100" dirty="0" err="1"/>
              <a:t>hóa</a:t>
            </a:r>
            <a:r>
              <a:rPr lang="en-001" sz="1100" dirty="0"/>
              <a:t> </a:t>
            </a:r>
            <a:r>
              <a:rPr lang="en-001" sz="1100" dirty="0" err="1"/>
              <a:t>quy</a:t>
            </a:r>
            <a:r>
              <a:rPr lang="en-001" sz="1100" dirty="0"/>
              <a:t> </a:t>
            </a:r>
            <a:r>
              <a:rPr lang="en-001" sz="1100" dirty="0" err="1"/>
              <a:t>trình</a:t>
            </a:r>
            <a:r>
              <a:rPr lang="en-001" sz="1100" dirty="0"/>
              <a:t>, </a:t>
            </a:r>
            <a:r>
              <a:rPr lang="en-001" sz="1100" dirty="0" err="1"/>
              <a:t>xây</a:t>
            </a:r>
            <a:r>
              <a:rPr lang="en-001" sz="1100" dirty="0"/>
              <a:t> </a:t>
            </a:r>
            <a:r>
              <a:rPr lang="en-001" sz="1100" dirty="0" err="1"/>
              <a:t>dựng</a:t>
            </a:r>
            <a:r>
              <a:rPr lang="en-001" sz="1100" dirty="0"/>
              <a:t> </a:t>
            </a:r>
            <a:r>
              <a:rPr lang="en-001" sz="1100" dirty="0" err="1"/>
              <a:t>tài</a:t>
            </a:r>
            <a:r>
              <a:rPr lang="en-001" sz="1100" dirty="0"/>
              <a:t> </a:t>
            </a:r>
            <a:r>
              <a:rPr lang="en-001" sz="1100" dirty="0" err="1"/>
              <a:t>liệu</a:t>
            </a:r>
            <a:r>
              <a:rPr lang="en-001" sz="1100" dirty="0"/>
              <a:t>, </a:t>
            </a:r>
            <a:r>
              <a:rPr lang="en-001" sz="1100" dirty="0" err="1"/>
              <a:t>đào</a:t>
            </a:r>
            <a:r>
              <a:rPr lang="en-001" sz="1100" dirty="0"/>
              <a:t> </a:t>
            </a:r>
            <a:r>
              <a:rPr lang="en-001" sz="1100" dirty="0" err="1"/>
              <a:t>tạo</a:t>
            </a:r>
            <a:r>
              <a:rPr lang="en-001" sz="1100" dirty="0"/>
              <a:t> </a:t>
            </a:r>
            <a:r>
              <a:rPr lang="en-001" sz="1100" dirty="0" err="1"/>
              <a:t>nhân</a:t>
            </a:r>
            <a:r>
              <a:rPr lang="en-001" sz="1100" dirty="0"/>
              <a:t> </a:t>
            </a:r>
            <a:r>
              <a:rPr lang="en-001" sz="1100" dirty="0" err="1"/>
              <a:t>viên</a:t>
            </a:r>
            <a:r>
              <a:rPr lang="en-001" sz="1100" dirty="0"/>
              <a:t> </a:t>
            </a:r>
            <a:r>
              <a:rPr lang="en-001" sz="1100" dirty="0" err="1"/>
              <a:t>vận</a:t>
            </a:r>
            <a:r>
              <a:rPr lang="en-001" sz="1100" dirty="0"/>
              <a:t> </a:t>
            </a:r>
            <a:r>
              <a:rPr lang="en-001" sz="1100" dirty="0" err="1"/>
              <a:t>hành</a:t>
            </a:r>
            <a:r>
              <a:rPr lang="en-001" sz="1100" dirty="0"/>
              <a:t> </a:t>
            </a:r>
            <a:r>
              <a:rPr lang="en-001" sz="1100" dirty="0" err="1"/>
              <a:t>và</a:t>
            </a:r>
            <a:r>
              <a:rPr lang="en-001" sz="1100" dirty="0"/>
              <a:t> </a:t>
            </a:r>
            <a:r>
              <a:rPr lang="en-001" sz="1100" dirty="0" err="1"/>
              <a:t>thúc</a:t>
            </a:r>
            <a:r>
              <a:rPr lang="en-001" sz="1100" dirty="0"/>
              <a:t> </a:t>
            </a:r>
            <a:r>
              <a:rPr lang="en-001" sz="1100" dirty="0" err="1"/>
              <a:t>đẩy</a:t>
            </a:r>
            <a:r>
              <a:rPr lang="en-001" sz="1100" dirty="0"/>
              <a:t> </a:t>
            </a:r>
            <a:r>
              <a:rPr lang="en-001" sz="1100" dirty="0" err="1"/>
              <a:t>các</a:t>
            </a:r>
            <a:r>
              <a:rPr lang="en-001" sz="1100" dirty="0"/>
              <a:t> </a:t>
            </a:r>
            <a:r>
              <a:rPr lang="en-001" sz="1100" dirty="0" err="1"/>
              <a:t>hoạt</a:t>
            </a:r>
            <a:r>
              <a:rPr lang="en-001" sz="1100" dirty="0"/>
              <a:t> </a:t>
            </a:r>
            <a:r>
              <a:rPr lang="en-001" sz="1100" dirty="0" err="1"/>
              <a:t>động</a:t>
            </a:r>
            <a:r>
              <a:rPr lang="en-001" sz="1100" dirty="0"/>
              <a:t> </a:t>
            </a:r>
            <a:r>
              <a:rPr lang="en-001" sz="1100" dirty="0" err="1"/>
              <a:t>cải</a:t>
            </a:r>
            <a:r>
              <a:rPr lang="en-001" sz="1100" dirty="0"/>
              <a:t> </a:t>
            </a:r>
            <a:r>
              <a:rPr lang="en-001" sz="1100" dirty="0" err="1"/>
              <a:t>tiến</a:t>
            </a:r>
            <a:r>
              <a:rPr lang="en-001" sz="1100" dirty="0"/>
              <a:t> </a:t>
            </a:r>
            <a:r>
              <a:rPr lang="en-001" sz="1100" dirty="0" err="1"/>
              <a:t>liên</a:t>
            </a:r>
            <a:r>
              <a:rPr lang="en-001" sz="1100" dirty="0"/>
              <a:t> </a:t>
            </a:r>
            <a:r>
              <a:rPr lang="en-001" sz="1100" dirty="0" err="1"/>
              <a:t>tục</a:t>
            </a:r>
            <a:r>
              <a:rPr lang="en-001" sz="1100" dirty="0"/>
              <a:t>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D9F33E2-909C-1014-654C-0184177E9884}"/>
              </a:ext>
            </a:extLst>
          </p:cNvPr>
          <p:cNvSpPr txBox="1"/>
          <p:nvPr/>
        </p:nvSpPr>
        <p:spPr>
          <a:xfrm>
            <a:off x="2331719" y="6684529"/>
            <a:ext cx="38030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001" dirty="0"/>
              <a:t>THÀNH TÍCH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2958398-E6C7-8F90-51D0-A51806BF01E8}"/>
              </a:ext>
            </a:extLst>
          </p:cNvPr>
          <p:cNvSpPr txBox="1"/>
          <p:nvPr/>
        </p:nvSpPr>
        <p:spPr>
          <a:xfrm>
            <a:off x="2331718" y="7053146"/>
            <a:ext cx="4777094" cy="1615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001" sz="1100" dirty="0" err="1"/>
              <a:t>Tăng</a:t>
            </a:r>
            <a:r>
              <a:rPr lang="en-001" sz="1100" dirty="0"/>
              <a:t> </a:t>
            </a:r>
            <a:r>
              <a:rPr lang="en-001" sz="1100" dirty="0" err="1"/>
              <a:t>tỷ</a:t>
            </a:r>
            <a:r>
              <a:rPr lang="en-001" sz="1100" dirty="0"/>
              <a:t> </a:t>
            </a:r>
            <a:r>
              <a:rPr lang="en-001" sz="1100" dirty="0" err="1"/>
              <a:t>lệ</a:t>
            </a:r>
            <a:r>
              <a:rPr lang="en-001" sz="1100" dirty="0"/>
              <a:t> </a:t>
            </a:r>
            <a:r>
              <a:rPr lang="en-001" sz="1100" dirty="0" err="1"/>
              <a:t>tự</a:t>
            </a:r>
            <a:r>
              <a:rPr lang="en-001" sz="1100" dirty="0"/>
              <a:t> </a:t>
            </a:r>
            <a:r>
              <a:rPr lang="en-001" sz="1100" dirty="0" err="1"/>
              <a:t>động</a:t>
            </a:r>
            <a:r>
              <a:rPr lang="en-001" sz="1100" dirty="0"/>
              <a:t> </a:t>
            </a:r>
            <a:r>
              <a:rPr lang="en-001" sz="1100" dirty="0" err="1"/>
              <a:t>hóa</a:t>
            </a:r>
            <a:r>
              <a:rPr lang="en-001" sz="1100" dirty="0"/>
              <a:t> </a:t>
            </a:r>
            <a:r>
              <a:rPr lang="en-001" sz="1100" dirty="0" err="1"/>
              <a:t>quy</a:t>
            </a:r>
            <a:r>
              <a:rPr lang="en-001" sz="1100" dirty="0"/>
              <a:t> </a:t>
            </a:r>
            <a:r>
              <a:rPr lang="en-001" sz="1100" dirty="0" err="1"/>
              <a:t>trình</a:t>
            </a:r>
            <a:r>
              <a:rPr lang="en-001" sz="1100" dirty="0"/>
              <a:t> </a:t>
            </a:r>
            <a:r>
              <a:rPr lang="en-001" sz="1100" dirty="0" err="1"/>
              <a:t>sản</a:t>
            </a:r>
            <a:r>
              <a:rPr lang="en-001" sz="1100" dirty="0"/>
              <a:t> </a:t>
            </a:r>
            <a:r>
              <a:rPr lang="en-001" sz="1100" dirty="0" err="1"/>
              <a:t>xuất</a:t>
            </a:r>
            <a:r>
              <a:rPr lang="en-001" sz="1100" dirty="0"/>
              <a:t> </a:t>
            </a:r>
            <a:r>
              <a:rPr lang="en-001" sz="1100" dirty="0" err="1"/>
              <a:t>từ</a:t>
            </a:r>
            <a:r>
              <a:rPr lang="en-001" sz="1100" dirty="0"/>
              <a:t> </a:t>
            </a:r>
            <a:r>
              <a:rPr lang="en-001" sz="1100" b="1" dirty="0"/>
              <a:t>16% </a:t>
            </a:r>
            <a:r>
              <a:rPr lang="en-001" sz="1100" b="1" dirty="0" err="1"/>
              <a:t>lên</a:t>
            </a:r>
            <a:r>
              <a:rPr lang="en-001" sz="1100" b="1" dirty="0"/>
              <a:t> 67%</a:t>
            </a:r>
            <a:r>
              <a:rPr lang="en-001" sz="1100" dirty="0"/>
              <a:t> </a:t>
            </a:r>
            <a:r>
              <a:rPr lang="en-001" sz="1100" dirty="0" err="1"/>
              <a:t>thông</a:t>
            </a:r>
            <a:r>
              <a:rPr lang="en-001" sz="1100" dirty="0"/>
              <a:t> qua </a:t>
            </a:r>
            <a:r>
              <a:rPr lang="en-001" sz="1100" dirty="0" err="1"/>
              <a:t>số</a:t>
            </a:r>
            <a:r>
              <a:rPr lang="en-001" sz="1100" dirty="0"/>
              <a:t> </a:t>
            </a:r>
            <a:r>
              <a:rPr lang="en-001" sz="1100" dirty="0" err="1"/>
              <a:t>hóa</a:t>
            </a:r>
            <a:r>
              <a:rPr lang="en-001" sz="1100" dirty="0"/>
              <a:t> </a:t>
            </a:r>
            <a:r>
              <a:rPr lang="en-001" sz="1100" dirty="0" err="1"/>
              <a:t>dữ</a:t>
            </a:r>
            <a:r>
              <a:rPr lang="en-001" sz="1100" dirty="0"/>
              <a:t> </a:t>
            </a:r>
            <a:r>
              <a:rPr lang="en-001" sz="1100" dirty="0" err="1"/>
              <a:t>liệu</a:t>
            </a:r>
            <a:r>
              <a:rPr lang="en-001" sz="1100" dirty="0"/>
              <a:t> </a:t>
            </a:r>
            <a:r>
              <a:rPr lang="en-001" sz="1100" dirty="0" err="1"/>
              <a:t>và</a:t>
            </a:r>
            <a:r>
              <a:rPr lang="en-001" sz="1100" dirty="0"/>
              <a:t> </a:t>
            </a:r>
            <a:r>
              <a:rPr lang="en-001" sz="1100" dirty="0" err="1"/>
              <a:t>xây</a:t>
            </a:r>
            <a:r>
              <a:rPr lang="en-001" sz="1100" dirty="0"/>
              <a:t> </a:t>
            </a:r>
            <a:r>
              <a:rPr lang="en-001" sz="1100" dirty="0" err="1"/>
              <a:t>dựng</a:t>
            </a:r>
            <a:r>
              <a:rPr lang="en-001" sz="1100" dirty="0"/>
              <a:t> </a:t>
            </a:r>
            <a:r>
              <a:rPr lang="en-001" sz="1100" dirty="0" err="1"/>
              <a:t>cơ</a:t>
            </a:r>
            <a:r>
              <a:rPr lang="en-001" sz="1100" dirty="0"/>
              <a:t> </a:t>
            </a:r>
            <a:r>
              <a:rPr lang="en-001" sz="1100" dirty="0" err="1"/>
              <a:t>sở</a:t>
            </a:r>
            <a:r>
              <a:rPr lang="en-001" sz="1100" dirty="0"/>
              <a:t> </a:t>
            </a:r>
            <a:r>
              <a:rPr lang="en-001" sz="1100" dirty="0" err="1"/>
              <a:t>dữ</a:t>
            </a:r>
            <a:r>
              <a:rPr lang="en-001" sz="1100" dirty="0"/>
              <a:t> </a:t>
            </a:r>
            <a:r>
              <a:rPr lang="en-001" sz="1100" dirty="0" err="1"/>
              <a:t>liệu</a:t>
            </a:r>
            <a:r>
              <a:rPr lang="en-001" sz="1100" dirty="0"/>
              <a:t> </a:t>
            </a:r>
            <a:r>
              <a:rPr lang="en-001" sz="1100" dirty="0" err="1"/>
              <a:t>tích</a:t>
            </a:r>
            <a:r>
              <a:rPr lang="en-001" sz="1100" dirty="0"/>
              <a:t> </a:t>
            </a:r>
            <a:r>
              <a:rPr lang="en-001" sz="1100" dirty="0" err="1"/>
              <a:t>hợp</a:t>
            </a:r>
            <a:r>
              <a:rPr lang="en-001" sz="1100" dirty="0"/>
              <a:t>. </a:t>
            </a:r>
            <a:endParaRPr lang="en-US" sz="1100" dirty="0"/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001" sz="1100" dirty="0" err="1"/>
              <a:t>Loại</a:t>
            </a:r>
            <a:r>
              <a:rPr lang="en-001" sz="1100" dirty="0"/>
              <a:t> </a:t>
            </a:r>
            <a:r>
              <a:rPr lang="en-001" sz="1100" dirty="0" err="1"/>
              <a:t>bỏ</a:t>
            </a:r>
            <a:r>
              <a:rPr lang="en-001" sz="1100" dirty="0"/>
              <a:t> </a:t>
            </a:r>
            <a:r>
              <a:rPr lang="en-001" sz="1100" dirty="0" err="1"/>
              <a:t>hoàn</a:t>
            </a:r>
            <a:r>
              <a:rPr lang="en-001" sz="1100" dirty="0"/>
              <a:t> </a:t>
            </a:r>
            <a:r>
              <a:rPr lang="en-001" sz="1100" dirty="0" err="1"/>
              <a:t>toàn</a:t>
            </a:r>
            <a:r>
              <a:rPr lang="en-001" sz="1100" dirty="0"/>
              <a:t> </a:t>
            </a:r>
            <a:r>
              <a:rPr lang="en-001" sz="1100" dirty="0" err="1"/>
              <a:t>việc</a:t>
            </a:r>
            <a:r>
              <a:rPr lang="en-001" sz="1100" dirty="0"/>
              <a:t> </a:t>
            </a:r>
            <a:r>
              <a:rPr lang="en-001" sz="1100" dirty="0" err="1"/>
              <a:t>nhập</a:t>
            </a:r>
            <a:r>
              <a:rPr lang="en-001" sz="1100" dirty="0"/>
              <a:t> </a:t>
            </a:r>
            <a:r>
              <a:rPr lang="en-001" sz="1100" dirty="0" err="1"/>
              <a:t>liệu</a:t>
            </a:r>
            <a:r>
              <a:rPr lang="en-001" sz="1100" dirty="0"/>
              <a:t> </a:t>
            </a:r>
            <a:r>
              <a:rPr lang="en-001" sz="1100" dirty="0" err="1"/>
              <a:t>thủ</a:t>
            </a:r>
            <a:r>
              <a:rPr lang="en-001" sz="1100" dirty="0"/>
              <a:t> </a:t>
            </a:r>
            <a:r>
              <a:rPr lang="en-001" sz="1100" dirty="0" err="1"/>
              <a:t>công</a:t>
            </a:r>
            <a:r>
              <a:rPr lang="en-001" sz="1100" dirty="0"/>
              <a:t> </a:t>
            </a:r>
            <a:r>
              <a:rPr lang="en-001" sz="1100" dirty="0" err="1"/>
              <a:t>bằng</a:t>
            </a:r>
            <a:r>
              <a:rPr lang="en-001" sz="1100" dirty="0"/>
              <a:t> </a:t>
            </a:r>
            <a:r>
              <a:rPr lang="en-001" sz="1100" dirty="0" err="1"/>
              <a:t>cách</a:t>
            </a:r>
            <a:r>
              <a:rPr lang="en-001" sz="1100" dirty="0"/>
              <a:t> </a:t>
            </a:r>
            <a:r>
              <a:rPr lang="en-001" sz="1100" dirty="0" err="1"/>
              <a:t>triển</a:t>
            </a:r>
            <a:r>
              <a:rPr lang="en-001" sz="1100" dirty="0"/>
              <a:t> </a:t>
            </a:r>
            <a:r>
              <a:rPr lang="en-001" sz="1100" dirty="0" err="1"/>
              <a:t>khai</a:t>
            </a:r>
            <a:r>
              <a:rPr lang="en-001" sz="1100" dirty="0"/>
              <a:t> </a:t>
            </a:r>
            <a:r>
              <a:rPr lang="en-001" sz="1100" dirty="0" err="1"/>
              <a:t>hệ</a:t>
            </a:r>
            <a:r>
              <a:rPr lang="en-001" sz="1100" dirty="0"/>
              <a:t> </a:t>
            </a:r>
            <a:r>
              <a:rPr lang="en-001" sz="1100" dirty="0" err="1"/>
              <a:t>thống</a:t>
            </a:r>
            <a:r>
              <a:rPr lang="en-001" sz="1100" dirty="0"/>
              <a:t> </a:t>
            </a:r>
            <a:r>
              <a:rPr lang="en-001" sz="1100" dirty="0" err="1"/>
              <a:t>quét</a:t>
            </a:r>
            <a:r>
              <a:rPr lang="en-001" sz="1100" dirty="0"/>
              <a:t> </a:t>
            </a:r>
            <a:r>
              <a:rPr lang="en-001" sz="1100" dirty="0" err="1"/>
              <a:t>mã</a:t>
            </a:r>
            <a:r>
              <a:rPr lang="en-001" sz="1100" dirty="0"/>
              <a:t> QR </a:t>
            </a:r>
            <a:r>
              <a:rPr lang="en-001" sz="1100" dirty="0" err="1"/>
              <a:t>và</a:t>
            </a:r>
            <a:r>
              <a:rPr lang="en-001" sz="1100" dirty="0"/>
              <a:t> </a:t>
            </a:r>
            <a:r>
              <a:rPr lang="en-001" sz="1100" dirty="0" err="1"/>
              <a:t>cơ</a:t>
            </a:r>
            <a:r>
              <a:rPr lang="en-001" sz="1100" dirty="0"/>
              <a:t> </a:t>
            </a:r>
            <a:r>
              <a:rPr lang="en-001" sz="1100" dirty="0" err="1"/>
              <a:t>sở</a:t>
            </a:r>
            <a:r>
              <a:rPr lang="en-001" sz="1100" dirty="0"/>
              <a:t> </a:t>
            </a:r>
            <a:r>
              <a:rPr lang="en-001" sz="1100" dirty="0" err="1"/>
              <a:t>dữ</a:t>
            </a:r>
            <a:r>
              <a:rPr lang="en-001" sz="1100" dirty="0"/>
              <a:t> </a:t>
            </a:r>
            <a:r>
              <a:rPr lang="en-001" sz="1100" dirty="0" err="1"/>
              <a:t>liệu</a:t>
            </a:r>
            <a:r>
              <a:rPr lang="en-001" sz="1100" dirty="0"/>
              <a:t>, </a:t>
            </a:r>
            <a:r>
              <a:rPr lang="en-001" sz="1100" dirty="0" err="1"/>
              <a:t>đạt</a:t>
            </a:r>
            <a:r>
              <a:rPr lang="en-001" sz="1100" dirty="0"/>
              <a:t> </a:t>
            </a:r>
            <a:r>
              <a:rPr lang="en-001" sz="1100" b="1" dirty="0"/>
              <a:t>100% </a:t>
            </a:r>
            <a:r>
              <a:rPr lang="en-001" sz="1100" b="1" dirty="0" err="1"/>
              <a:t>độ</a:t>
            </a:r>
            <a:r>
              <a:rPr lang="en-001" sz="1100" b="1" dirty="0"/>
              <a:t> </a:t>
            </a:r>
            <a:r>
              <a:rPr lang="en-001" sz="1100" b="1" dirty="0" err="1"/>
              <a:t>chính</a:t>
            </a:r>
            <a:r>
              <a:rPr lang="en-001" sz="1100" b="1" dirty="0"/>
              <a:t> </a:t>
            </a:r>
            <a:r>
              <a:rPr lang="en-001" sz="1100" b="1" dirty="0" err="1"/>
              <a:t>xác</a:t>
            </a:r>
            <a:r>
              <a:rPr lang="en-001" sz="1100" b="1" dirty="0"/>
              <a:t> </a:t>
            </a:r>
            <a:r>
              <a:rPr lang="en-001" sz="1100" b="1" dirty="0" err="1"/>
              <a:t>dữ</a:t>
            </a:r>
            <a:r>
              <a:rPr lang="en-001" sz="1100" b="1" dirty="0"/>
              <a:t> </a:t>
            </a:r>
            <a:r>
              <a:rPr lang="en-001" sz="1100" b="1" dirty="0" err="1"/>
              <a:t>liệu</a:t>
            </a:r>
            <a:r>
              <a:rPr lang="en-001" sz="1100" dirty="0"/>
              <a:t>. </a:t>
            </a:r>
            <a:endParaRPr lang="en-US" sz="1100" dirty="0"/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001" sz="1100" dirty="0" err="1"/>
              <a:t>Thiết</a:t>
            </a:r>
            <a:r>
              <a:rPr lang="en-001" sz="1100" dirty="0"/>
              <a:t> </a:t>
            </a:r>
            <a:r>
              <a:rPr lang="en-001" sz="1100" dirty="0" err="1"/>
              <a:t>kế</a:t>
            </a:r>
            <a:r>
              <a:rPr lang="en-US" sz="1100" dirty="0"/>
              <a:t> </a:t>
            </a:r>
            <a:r>
              <a:rPr lang="en-US" sz="1100" dirty="0" err="1"/>
              <a:t>và</a:t>
            </a:r>
            <a:r>
              <a:rPr lang="en-US" sz="1100" dirty="0"/>
              <a:t> </a:t>
            </a:r>
            <a:r>
              <a:rPr lang="en-US" sz="1100" dirty="0" err="1"/>
              <a:t>triển</a:t>
            </a:r>
            <a:r>
              <a:rPr lang="en-US" sz="1100" dirty="0"/>
              <a:t> </a:t>
            </a:r>
            <a:r>
              <a:rPr lang="en-US" sz="1100" dirty="0" err="1"/>
              <a:t>khai</a:t>
            </a:r>
            <a:r>
              <a:rPr lang="en-001" sz="1100" dirty="0"/>
              <a:t> </a:t>
            </a:r>
            <a:r>
              <a:rPr lang="en-001" sz="1100" dirty="0" err="1"/>
              <a:t>hệ</a:t>
            </a:r>
            <a:r>
              <a:rPr lang="en-001" sz="1100" dirty="0"/>
              <a:t> </a:t>
            </a:r>
            <a:r>
              <a:rPr lang="en-001" sz="1100" dirty="0" err="1"/>
              <a:t>thống</a:t>
            </a:r>
            <a:r>
              <a:rPr lang="en-001" sz="1100" dirty="0"/>
              <a:t> </a:t>
            </a:r>
            <a:r>
              <a:rPr lang="en-001" sz="1100" dirty="0" err="1"/>
              <a:t>quản</a:t>
            </a:r>
            <a:r>
              <a:rPr lang="en-001" sz="1100" dirty="0"/>
              <a:t> </a:t>
            </a:r>
            <a:r>
              <a:rPr lang="en-001" sz="1100" dirty="0" err="1"/>
              <a:t>lý</a:t>
            </a:r>
            <a:r>
              <a:rPr lang="en-001" sz="1100" dirty="0"/>
              <a:t> </a:t>
            </a:r>
            <a:r>
              <a:rPr lang="en-001" sz="1100" dirty="0" err="1"/>
              <a:t>sản</a:t>
            </a:r>
            <a:r>
              <a:rPr lang="en-001" sz="1100" dirty="0"/>
              <a:t> </a:t>
            </a:r>
            <a:r>
              <a:rPr lang="en-001" sz="1100" dirty="0" err="1"/>
              <a:t>xuất</a:t>
            </a:r>
            <a:r>
              <a:rPr lang="en-001" sz="1100" dirty="0"/>
              <a:t> </a:t>
            </a:r>
            <a:r>
              <a:rPr lang="en-001" sz="1100" dirty="0" err="1"/>
              <a:t>bằng</a:t>
            </a:r>
            <a:r>
              <a:rPr lang="en-001" sz="1100" dirty="0"/>
              <a:t> Excel VBA </a:t>
            </a:r>
            <a:r>
              <a:rPr lang="en-001" sz="1100" dirty="0" err="1"/>
              <a:t>và</a:t>
            </a:r>
            <a:r>
              <a:rPr lang="en-001" sz="1100" dirty="0"/>
              <a:t> Microsoft Access, </a:t>
            </a:r>
            <a:r>
              <a:rPr lang="en-001" sz="1100" dirty="0" err="1"/>
              <a:t>hỗ</a:t>
            </a:r>
            <a:r>
              <a:rPr lang="en-001" sz="1100" dirty="0"/>
              <a:t> </a:t>
            </a:r>
            <a:r>
              <a:rPr lang="en-001" sz="1100" dirty="0" err="1"/>
              <a:t>trợ</a:t>
            </a:r>
            <a:r>
              <a:rPr lang="en-001" sz="1100" dirty="0"/>
              <a:t> </a:t>
            </a:r>
            <a:r>
              <a:rPr lang="en-001" sz="1100" dirty="0" err="1"/>
              <a:t>đồng</a:t>
            </a:r>
            <a:r>
              <a:rPr lang="en-001" sz="1100" dirty="0"/>
              <a:t> </a:t>
            </a:r>
            <a:r>
              <a:rPr lang="en-001" sz="1100" dirty="0" err="1"/>
              <a:t>bộ</a:t>
            </a:r>
            <a:r>
              <a:rPr lang="en-001" sz="1100" dirty="0"/>
              <a:t> </a:t>
            </a:r>
            <a:r>
              <a:rPr lang="en-001" sz="1100" dirty="0" err="1"/>
              <a:t>dữ</a:t>
            </a:r>
            <a:r>
              <a:rPr lang="en-001" sz="1100" dirty="0"/>
              <a:t> </a:t>
            </a:r>
            <a:r>
              <a:rPr lang="en-001" sz="1100" dirty="0" err="1"/>
              <a:t>liệu</a:t>
            </a:r>
            <a:r>
              <a:rPr lang="en-001" sz="1100" dirty="0"/>
              <a:t> </a:t>
            </a:r>
            <a:r>
              <a:rPr lang="en-001" sz="1100" dirty="0" err="1"/>
              <a:t>theo</a:t>
            </a:r>
            <a:r>
              <a:rPr lang="en-001" sz="1100" dirty="0"/>
              <a:t> </a:t>
            </a:r>
            <a:r>
              <a:rPr lang="en-001" sz="1100" dirty="0" err="1"/>
              <a:t>thời</a:t>
            </a:r>
            <a:r>
              <a:rPr lang="en-001" sz="1100" dirty="0"/>
              <a:t> </a:t>
            </a:r>
            <a:r>
              <a:rPr lang="en-001" sz="1100" dirty="0" err="1"/>
              <a:t>gian</a:t>
            </a:r>
            <a:r>
              <a:rPr lang="en-001" sz="1100" dirty="0"/>
              <a:t> </a:t>
            </a:r>
            <a:r>
              <a:rPr lang="en-001" sz="1100" dirty="0" err="1"/>
              <a:t>thực</a:t>
            </a:r>
            <a:r>
              <a:rPr lang="en-001" sz="1100" dirty="0"/>
              <a:t>, </a:t>
            </a:r>
            <a:r>
              <a:rPr lang="en-001" sz="1100" dirty="0" err="1"/>
              <a:t>tự</a:t>
            </a:r>
            <a:r>
              <a:rPr lang="en-001" sz="1100" dirty="0"/>
              <a:t> </a:t>
            </a:r>
            <a:r>
              <a:rPr lang="en-001" sz="1100" dirty="0" err="1"/>
              <a:t>động</a:t>
            </a:r>
            <a:r>
              <a:rPr lang="en-001" sz="1100" dirty="0"/>
              <a:t> </a:t>
            </a:r>
            <a:r>
              <a:rPr lang="en-001" sz="1100" dirty="0" err="1"/>
              <a:t>hóa</a:t>
            </a:r>
            <a:r>
              <a:rPr lang="en-001" sz="1100" dirty="0"/>
              <a:t> </a:t>
            </a:r>
            <a:r>
              <a:rPr lang="en-001" sz="1100" dirty="0" err="1"/>
              <a:t>báo</a:t>
            </a:r>
            <a:r>
              <a:rPr lang="en-001" sz="1100" dirty="0"/>
              <a:t> </a:t>
            </a:r>
            <a:r>
              <a:rPr lang="en-001" sz="1100" dirty="0" err="1"/>
              <a:t>cáo</a:t>
            </a:r>
            <a:r>
              <a:rPr lang="en-001" sz="1100" dirty="0"/>
              <a:t> </a:t>
            </a:r>
            <a:r>
              <a:rPr lang="en-001" sz="1100" dirty="0" err="1"/>
              <a:t>và</a:t>
            </a:r>
            <a:r>
              <a:rPr lang="en-001" sz="1100" dirty="0"/>
              <a:t> </a:t>
            </a:r>
            <a:r>
              <a:rPr lang="en-001" sz="1100" dirty="0" err="1"/>
              <a:t>truy</a:t>
            </a:r>
            <a:r>
              <a:rPr lang="en-001" sz="1100" dirty="0"/>
              <a:t> </a:t>
            </a:r>
            <a:r>
              <a:rPr lang="en-001" sz="1100" dirty="0" err="1"/>
              <a:t>xuất</a:t>
            </a:r>
            <a:r>
              <a:rPr lang="en-001" sz="1100" dirty="0"/>
              <a:t> </a:t>
            </a:r>
            <a:r>
              <a:rPr lang="en-001" sz="1100" dirty="0" err="1"/>
              <a:t>toàn</a:t>
            </a:r>
            <a:r>
              <a:rPr lang="en-001" sz="1100" dirty="0"/>
              <a:t> </a:t>
            </a:r>
            <a:r>
              <a:rPr lang="en-001" sz="1100" dirty="0" err="1"/>
              <a:t>bộ</a:t>
            </a:r>
            <a:r>
              <a:rPr lang="en-001" sz="1100" dirty="0"/>
              <a:t> </a:t>
            </a:r>
            <a:r>
              <a:rPr lang="en-001" sz="1100" dirty="0" err="1"/>
              <a:t>quá</a:t>
            </a:r>
            <a:r>
              <a:rPr lang="en-001" sz="1100" dirty="0"/>
              <a:t> </a:t>
            </a:r>
            <a:r>
              <a:rPr lang="en-001" sz="1100" dirty="0" err="1"/>
              <a:t>trình</a:t>
            </a:r>
            <a:r>
              <a:rPr lang="en-001" sz="1100" dirty="0"/>
              <a:t> </a:t>
            </a:r>
            <a:r>
              <a:rPr lang="en-001" sz="1100" dirty="0" err="1"/>
              <a:t>sản</a:t>
            </a:r>
            <a:r>
              <a:rPr lang="en-001" sz="1100" dirty="0"/>
              <a:t> </a:t>
            </a:r>
            <a:r>
              <a:rPr lang="en-001" sz="1100" dirty="0" err="1"/>
              <a:t>xuất</a:t>
            </a:r>
            <a:r>
              <a:rPr lang="en-001" sz="1100" dirty="0"/>
              <a:t>. </a:t>
            </a:r>
            <a:endParaRPr lang="en-US" sz="1100" dirty="0"/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001" sz="1100" dirty="0" err="1"/>
              <a:t>Chuẩn</a:t>
            </a:r>
            <a:r>
              <a:rPr lang="en-001" sz="1100" dirty="0"/>
              <a:t> </a:t>
            </a:r>
            <a:r>
              <a:rPr lang="en-001" sz="1100" dirty="0" err="1"/>
              <a:t>hóa</a:t>
            </a:r>
            <a:r>
              <a:rPr lang="en-001" sz="1100" dirty="0"/>
              <a:t> </a:t>
            </a:r>
            <a:r>
              <a:rPr lang="en-001" sz="1100" dirty="0" err="1"/>
              <a:t>quy</a:t>
            </a:r>
            <a:r>
              <a:rPr lang="en-001" sz="1100" dirty="0"/>
              <a:t> </a:t>
            </a:r>
            <a:r>
              <a:rPr lang="en-001" sz="1100" dirty="0" err="1"/>
              <a:t>trình</a:t>
            </a:r>
            <a:r>
              <a:rPr lang="en-001" sz="1100" dirty="0"/>
              <a:t> </a:t>
            </a:r>
            <a:r>
              <a:rPr lang="en-001" sz="1100" dirty="0" err="1"/>
              <a:t>vận</a:t>
            </a:r>
            <a:r>
              <a:rPr lang="en-001" sz="1100" dirty="0"/>
              <a:t> </a:t>
            </a:r>
            <a:r>
              <a:rPr lang="en-001" sz="1100" dirty="0" err="1"/>
              <a:t>hành</a:t>
            </a:r>
            <a:r>
              <a:rPr lang="en-001" sz="1100" dirty="0"/>
              <a:t>, </a:t>
            </a:r>
            <a:r>
              <a:rPr lang="en-001" sz="1100" dirty="0" err="1"/>
              <a:t>giảm</a:t>
            </a:r>
            <a:r>
              <a:rPr lang="en-001" sz="1100" dirty="0"/>
              <a:t> </a:t>
            </a:r>
            <a:r>
              <a:rPr lang="en-001" sz="1100" dirty="0" err="1"/>
              <a:t>thao</a:t>
            </a:r>
            <a:r>
              <a:rPr lang="en-001" sz="1100" dirty="0"/>
              <a:t> </a:t>
            </a:r>
            <a:r>
              <a:rPr lang="en-001" sz="1100" dirty="0" err="1"/>
              <a:t>tác</a:t>
            </a:r>
            <a:r>
              <a:rPr lang="en-001" sz="1100" dirty="0"/>
              <a:t> </a:t>
            </a:r>
            <a:r>
              <a:rPr lang="en-001" sz="1100" dirty="0" err="1"/>
              <a:t>thủ</a:t>
            </a:r>
            <a:r>
              <a:rPr lang="en-001" sz="1100" dirty="0"/>
              <a:t> </a:t>
            </a:r>
            <a:r>
              <a:rPr lang="en-001" sz="1100" dirty="0" err="1"/>
              <a:t>công</a:t>
            </a:r>
            <a:r>
              <a:rPr lang="en-001" sz="1100" dirty="0"/>
              <a:t> </a:t>
            </a:r>
            <a:r>
              <a:rPr lang="en-001" sz="1100" dirty="0" err="1"/>
              <a:t>và</a:t>
            </a:r>
            <a:r>
              <a:rPr lang="en-001" sz="1100" dirty="0"/>
              <a:t> </a:t>
            </a:r>
            <a:r>
              <a:rPr lang="en-001" sz="1100" dirty="0" err="1"/>
              <a:t>nâng</a:t>
            </a:r>
            <a:r>
              <a:rPr lang="en-001" sz="1100" dirty="0"/>
              <a:t> </a:t>
            </a:r>
            <a:r>
              <a:rPr lang="en-001" sz="1100" dirty="0" err="1"/>
              <a:t>cao</a:t>
            </a:r>
            <a:r>
              <a:rPr lang="en-001" sz="1100" dirty="0"/>
              <a:t> </a:t>
            </a:r>
            <a:r>
              <a:rPr lang="en-001" sz="1100" dirty="0" err="1"/>
              <a:t>tính</a:t>
            </a:r>
            <a:r>
              <a:rPr lang="en-001" sz="1100" dirty="0"/>
              <a:t> </a:t>
            </a:r>
            <a:r>
              <a:rPr lang="en-001" sz="1100" dirty="0" err="1"/>
              <a:t>nhất</a:t>
            </a:r>
            <a:r>
              <a:rPr lang="en-001" sz="1100" dirty="0"/>
              <a:t> </a:t>
            </a:r>
            <a:r>
              <a:rPr lang="en-001" sz="1100" dirty="0" err="1"/>
              <a:t>quán</a:t>
            </a:r>
            <a:r>
              <a:rPr lang="en-001" sz="1100" dirty="0"/>
              <a:t> </a:t>
            </a:r>
            <a:r>
              <a:rPr lang="en-001" sz="1100" dirty="0" err="1"/>
              <a:t>của</a:t>
            </a:r>
            <a:r>
              <a:rPr lang="en-001" sz="1100" dirty="0"/>
              <a:t> </a:t>
            </a:r>
            <a:r>
              <a:rPr lang="en-001" sz="1100" dirty="0" err="1"/>
              <a:t>dữ</a:t>
            </a:r>
            <a:r>
              <a:rPr lang="en-001" sz="1100" dirty="0"/>
              <a:t> </a:t>
            </a:r>
            <a:r>
              <a:rPr lang="en-001" sz="1100" dirty="0" err="1"/>
              <a:t>liệu</a:t>
            </a:r>
            <a:r>
              <a:rPr lang="en-001" sz="1100" dirty="0"/>
              <a:t>.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125279B-E4A2-8536-D094-7889F0FFA040}"/>
              </a:ext>
            </a:extLst>
          </p:cNvPr>
          <p:cNvSpPr txBox="1"/>
          <p:nvPr/>
        </p:nvSpPr>
        <p:spPr>
          <a:xfrm>
            <a:off x="2331719" y="8685052"/>
            <a:ext cx="38030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001" dirty="0"/>
              <a:t>HỌC VẤN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E2C4140-2E1C-22FB-4FD4-87678CD1A513}"/>
              </a:ext>
            </a:extLst>
          </p:cNvPr>
          <p:cNvSpPr txBox="1"/>
          <p:nvPr/>
        </p:nvSpPr>
        <p:spPr>
          <a:xfrm>
            <a:off x="2331718" y="9154552"/>
            <a:ext cx="4871842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001" sz="1100" b="1" dirty="0" err="1"/>
              <a:t>Đại</a:t>
            </a:r>
            <a:r>
              <a:rPr lang="en-001" sz="1100" b="1" dirty="0"/>
              <a:t> </a:t>
            </a:r>
            <a:r>
              <a:rPr lang="en-001" sz="1100" b="1" dirty="0" err="1"/>
              <a:t>học</a:t>
            </a:r>
            <a:r>
              <a:rPr lang="en-001" sz="1100" b="1" dirty="0"/>
              <a:t> </a:t>
            </a:r>
            <a:r>
              <a:rPr lang="en-001" sz="1100" b="1" dirty="0" err="1"/>
              <a:t>Mỏ</a:t>
            </a:r>
            <a:r>
              <a:rPr lang="en-001" sz="1100" b="1" dirty="0"/>
              <a:t> - </a:t>
            </a:r>
            <a:r>
              <a:rPr lang="en-001" sz="1100" b="1" dirty="0" err="1"/>
              <a:t>Địa</a:t>
            </a:r>
            <a:r>
              <a:rPr lang="en-001" sz="1100" b="1" dirty="0"/>
              <a:t> </a:t>
            </a:r>
            <a:r>
              <a:rPr lang="en-001" sz="1100" b="1" dirty="0" err="1"/>
              <a:t>chất</a:t>
            </a:r>
            <a:r>
              <a:rPr lang="en-001" sz="1100" b="1" dirty="0"/>
              <a:t> Hà </a:t>
            </a:r>
            <a:r>
              <a:rPr lang="en-001" sz="1100" b="1" dirty="0" err="1"/>
              <a:t>Nội</a:t>
            </a:r>
            <a:endParaRPr lang="en-001" sz="1100" dirty="0"/>
          </a:p>
          <a:p>
            <a:pPr>
              <a:buNone/>
            </a:pPr>
            <a:r>
              <a:rPr lang="en-001" sz="1100" b="1" dirty="0" err="1"/>
              <a:t>Kỹ</a:t>
            </a:r>
            <a:r>
              <a:rPr lang="en-001" sz="1100" b="1" dirty="0"/>
              <a:t> </a:t>
            </a:r>
            <a:r>
              <a:rPr lang="en-001" sz="1100" b="1" dirty="0" err="1"/>
              <a:t>sư</a:t>
            </a:r>
            <a:r>
              <a:rPr lang="en-001" sz="1100" b="1" dirty="0"/>
              <a:t> Khai </a:t>
            </a:r>
            <a:r>
              <a:rPr lang="en-001" sz="1100" b="1" dirty="0" err="1"/>
              <a:t>thác</a:t>
            </a:r>
            <a:r>
              <a:rPr lang="en-001" sz="1100" b="1" dirty="0"/>
              <a:t> </a:t>
            </a:r>
            <a:r>
              <a:rPr lang="en-001" sz="1100" b="1" dirty="0" err="1"/>
              <a:t>Mỏ</a:t>
            </a:r>
            <a:endParaRPr lang="en-001" sz="1100" dirty="0"/>
          </a:p>
          <a:p>
            <a:pPr>
              <a:buNone/>
            </a:pPr>
            <a:r>
              <a:rPr lang="en-001" sz="1100" dirty="0"/>
              <a:t>Chuyên </a:t>
            </a:r>
            <a:r>
              <a:rPr lang="en-001" sz="1100" dirty="0" err="1"/>
              <a:t>ngành</a:t>
            </a:r>
            <a:r>
              <a:rPr lang="en-001" sz="1100" dirty="0"/>
              <a:t>: </a:t>
            </a:r>
            <a:r>
              <a:rPr lang="en-001" sz="1100" b="1" dirty="0"/>
              <a:t>Khai </a:t>
            </a:r>
            <a:r>
              <a:rPr lang="en-001" sz="1100" b="1" dirty="0" err="1"/>
              <a:t>thác</a:t>
            </a:r>
            <a:r>
              <a:rPr lang="en-001" sz="1100" b="1" dirty="0"/>
              <a:t> </a:t>
            </a:r>
            <a:r>
              <a:rPr lang="en-001" sz="1100" b="1" dirty="0" err="1"/>
              <a:t>Mỏ</a:t>
            </a:r>
            <a:endParaRPr lang="en-001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001" sz="1100" dirty="0" err="1"/>
              <a:t>Kiến</a:t>
            </a:r>
            <a:r>
              <a:rPr lang="en-001" sz="1100" dirty="0"/>
              <a:t> </a:t>
            </a:r>
            <a:r>
              <a:rPr lang="en-001" sz="1100" dirty="0" err="1"/>
              <a:t>thức</a:t>
            </a:r>
            <a:r>
              <a:rPr lang="en-001" sz="1100" dirty="0"/>
              <a:t> </a:t>
            </a:r>
            <a:r>
              <a:rPr lang="en-001" sz="1100" dirty="0" err="1"/>
              <a:t>về</a:t>
            </a:r>
            <a:r>
              <a:rPr lang="en-001" sz="1100" dirty="0"/>
              <a:t> </a:t>
            </a:r>
            <a:r>
              <a:rPr lang="en-001" sz="1100" dirty="0" err="1"/>
              <a:t>kỹ</a:t>
            </a:r>
            <a:r>
              <a:rPr lang="en-001" sz="1100" dirty="0"/>
              <a:t> </a:t>
            </a:r>
            <a:r>
              <a:rPr lang="en-001" sz="1100" dirty="0" err="1"/>
              <a:t>thuật</a:t>
            </a:r>
            <a:r>
              <a:rPr lang="en-001" sz="1100" dirty="0"/>
              <a:t> </a:t>
            </a:r>
            <a:r>
              <a:rPr lang="en-001" sz="1100" dirty="0" err="1"/>
              <a:t>và</a:t>
            </a:r>
            <a:r>
              <a:rPr lang="en-001" sz="1100" dirty="0"/>
              <a:t> </a:t>
            </a:r>
            <a:r>
              <a:rPr lang="en-001" sz="1100" dirty="0" err="1"/>
              <a:t>phân</a:t>
            </a:r>
            <a:r>
              <a:rPr lang="en-001" sz="1100" dirty="0"/>
              <a:t> </a:t>
            </a:r>
            <a:r>
              <a:rPr lang="en-001" sz="1100" dirty="0" err="1"/>
              <a:t>tích</a:t>
            </a:r>
            <a:r>
              <a:rPr lang="en-001" sz="1100" dirty="0"/>
              <a:t> </a:t>
            </a:r>
            <a:r>
              <a:rPr lang="en-001" sz="1100" dirty="0" err="1"/>
              <a:t>kỹ</a:t>
            </a:r>
            <a:r>
              <a:rPr lang="en-001" sz="1100" dirty="0"/>
              <a:t> </a:t>
            </a:r>
            <a:r>
              <a:rPr lang="en-001" sz="1100" dirty="0" err="1"/>
              <a:t>thuật</a:t>
            </a:r>
            <a:r>
              <a:rPr lang="en-001" sz="1100" dirty="0"/>
              <a:t>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001" sz="1100" dirty="0" err="1"/>
              <a:t>Lập</a:t>
            </a:r>
            <a:r>
              <a:rPr lang="en-001" sz="1100" dirty="0"/>
              <a:t> </a:t>
            </a:r>
            <a:r>
              <a:rPr lang="en-001" sz="1100" dirty="0" err="1"/>
              <a:t>kế</a:t>
            </a:r>
            <a:r>
              <a:rPr lang="en-001" sz="1100" dirty="0"/>
              <a:t> </a:t>
            </a:r>
            <a:r>
              <a:rPr lang="en-001" sz="1100" dirty="0" err="1"/>
              <a:t>hoạch</a:t>
            </a:r>
            <a:r>
              <a:rPr lang="en-001" sz="1100" dirty="0"/>
              <a:t> </a:t>
            </a:r>
            <a:r>
              <a:rPr lang="en-001" sz="1100" dirty="0" err="1"/>
              <a:t>và</a:t>
            </a:r>
            <a:r>
              <a:rPr lang="en-001" sz="1100" dirty="0"/>
              <a:t> </a:t>
            </a:r>
            <a:r>
              <a:rPr lang="en-001" sz="1100" dirty="0" err="1"/>
              <a:t>tối</a:t>
            </a:r>
            <a:r>
              <a:rPr lang="en-001" sz="1100" dirty="0"/>
              <a:t> </a:t>
            </a:r>
            <a:r>
              <a:rPr lang="en-001" sz="1100" dirty="0" err="1"/>
              <a:t>ưu</a:t>
            </a:r>
            <a:r>
              <a:rPr lang="en-001" sz="1100" dirty="0"/>
              <a:t> </a:t>
            </a:r>
            <a:r>
              <a:rPr lang="en-001" sz="1100" dirty="0" err="1"/>
              <a:t>hóa</a:t>
            </a:r>
            <a:r>
              <a:rPr lang="en-001" sz="1100" dirty="0"/>
              <a:t> </a:t>
            </a:r>
            <a:r>
              <a:rPr lang="en-001" sz="1100" dirty="0" err="1"/>
              <a:t>quy</a:t>
            </a:r>
            <a:r>
              <a:rPr lang="en-001" sz="1100" dirty="0"/>
              <a:t> </a:t>
            </a:r>
            <a:r>
              <a:rPr lang="en-001" sz="1100" dirty="0" err="1"/>
              <a:t>trình</a:t>
            </a:r>
            <a:r>
              <a:rPr lang="en-001" sz="1100" dirty="0"/>
              <a:t>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001" sz="1100" dirty="0" err="1"/>
              <a:t>Đánh</a:t>
            </a:r>
            <a:r>
              <a:rPr lang="en-001" sz="1100" dirty="0"/>
              <a:t> </a:t>
            </a:r>
            <a:r>
              <a:rPr lang="en-001" sz="1100" dirty="0" err="1"/>
              <a:t>giá</a:t>
            </a:r>
            <a:r>
              <a:rPr lang="en-001" sz="1100" dirty="0"/>
              <a:t> </a:t>
            </a:r>
            <a:r>
              <a:rPr lang="en-001" sz="1100" dirty="0" err="1"/>
              <a:t>rủi</a:t>
            </a:r>
            <a:r>
              <a:rPr lang="en-001" sz="1100" dirty="0"/>
              <a:t> </a:t>
            </a:r>
            <a:r>
              <a:rPr lang="en-001" sz="1100" dirty="0" err="1"/>
              <a:t>ro</a:t>
            </a:r>
            <a:r>
              <a:rPr lang="en-001" sz="1100" dirty="0"/>
              <a:t> </a:t>
            </a:r>
            <a:r>
              <a:rPr lang="en-001" sz="1100" dirty="0" err="1"/>
              <a:t>và</a:t>
            </a:r>
            <a:r>
              <a:rPr lang="en-001" sz="1100" dirty="0"/>
              <a:t> </a:t>
            </a:r>
            <a:r>
              <a:rPr lang="en-001" sz="1100" dirty="0" err="1"/>
              <a:t>xử</a:t>
            </a:r>
            <a:r>
              <a:rPr lang="en-001" sz="1100" dirty="0"/>
              <a:t> </a:t>
            </a:r>
            <a:r>
              <a:rPr lang="en-001" sz="1100" dirty="0" err="1"/>
              <a:t>lý</a:t>
            </a:r>
            <a:r>
              <a:rPr lang="en-001" sz="1100" dirty="0"/>
              <a:t> </a:t>
            </a:r>
            <a:r>
              <a:rPr lang="en-001" sz="1100" dirty="0" err="1"/>
              <a:t>sự</a:t>
            </a:r>
            <a:r>
              <a:rPr lang="en-001" sz="1100" dirty="0"/>
              <a:t> </a:t>
            </a:r>
            <a:r>
              <a:rPr lang="en-001" sz="1100" dirty="0" err="1"/>
              <a:t>cố</a:t>
            </a:r>
            <a:r>
              <a:rPr lang="en-001" sz="1100" dirty="0"/>
              <a:t>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001" sz="1100" dirty="0" err="1"/>
              <a:t>Phân</a:t>
            </a:r>
            <a:r>
              <a:rPr lang="en-001" sz="1100" dirty="0"/>
              <a:t> </a:t>
            </a:r>
            <a:r>
              <a:rPr lang="en-001" sz="1100" dirty="0" err="1"/>
              <a:t>tích</a:t>
            </a:r>
            <a:r>
              <a:rPr lang="en-001" sz="1100" dirty="0"/>
              <a:t> </a:t>
            </a:r>
            <a:r>
              <a:rPr lang="en-001" sz="1100" dirty="0" err="1"/>
              <a:t>dữ</a:t>
            </a:r>
            <a:r>
              <a:rPr lang="en-001" sz="1100" dirty="0"/>
              <a:t> </a:t>
            </a:r>
            <a:r>
              <a:rPr lang="en-001" sz="1100" dirty="0" err="1"/>
              <a:t>liệu</a:t>
            </a:r>
            <a:r>
              <a:rPr lang="en-001" sz="1100" dirty="0"/>
              <a:t> </a:t>
            </a:r>
            <a:r>
              <a:rPr lang="en-001" sz="1100" dirty="0" err="1"/>
              <a:t>và</a:t>
            </a:r>
            <a:r>
              <a:rPr lang="en-001" sz="1100" dirty="0"/>
              <a:t> </a:t>
            </a:r>
            <a:r>
              <a:rPr lang="en-001" sz="1100" dirty="0" err="1"/>
              <a:t>giải</a:t>
            </a:r>
            <a:r>
              <a:rPr lang="en-001" sz="1100" dirty="0"/>
              <a:t> </a:t>
            </a:r>
            <a:r>
              <a:rPr lang="en-001" sz="1100" dirty="0" err="1"/>
              <a:t>quyết</a:t>
            </a:r>
            <a:r>
              <a:rPr lang="en-001" sz="1100" dirty="0"/>
              <a:t> </a:t>
            </a:r>
            <a:r>
              <a:rPr lang="en-001" sz="1100" dirty="0" err="1"/>
              <a:t>vấn</a:t>
            </a:r>
            <a:r>
              <a:rPr lang="en-001" sz="1100" dirty="0"/>
              <a:t> </a:t>
            </a:r>
            <a:r>
              <a:rPr lang="en-001" sz="1100" dirty="0" err="1"/>
              <a:t>đề</a:t>
            </a:r>
            <a:r>
              <a:rPr lang="en-001" sz="1100" dirty="0"/>
              <a:t>.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9D5A20C-D7B4-1CAD-E128-C3963F535195}"/>
              </a:ext>
            </a:extLst>
          </p:cNvPr>
          <p:cNvSpPr txBox="1"/>
          <p:nvPr/>
        </p:nvSpPr>
        <p:spPr>
          <a:xfrm>
            <a:off x="1" y="2849978"/>
            <a:ext cx="2105526" cy="449353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300" b="1">
                <a:solidFill>
                  <a:srgbClr val="FFFFFF"/>
                </a:solidFill>
              </a:defRPr>
            </a:lvl1pPr>
          </a:lstStyle>
          <a:p>
            <a:r>
              <a:rPr lang="en-001" sz="1100" dirty="0"/>
              <a:t>KỸ NĂNG CHUYÊN MÔN</a:t>
            </a:r>
            <a:endParaRPr lang="en-US" sz="1100" dirty="0"/>
          </a:p>
          <a:p>
            <a:endParaRPr lang="en-001" sz="1100" dirty="0"/>
          </a:p>
          <a:p>
            <a:r>
              <a:rPr lang="en-001" sz="1100" dirty="0" err="1">
                <a:solidFill>
                  <a:schemeClr val="bg1"/>
                </a:solidFill>
              </a:rPr>
              <a:t>Kỹ</a:t>
            </a:r>
            <a:r>
              <a:rPr lang="en-001" sz="1100" dirty="0">
                <a:solidFill>
                  <a:schemeClr val="bg1"/>
                </a:solidFill>
              </a:rPr>
              <a:t> </a:t>
            </a:r>
            <a:r>
              <a:rPr lang="en-001" sz="1100" dirty="0" err="1">
                <a:solidFill>
                  <a:schemeClr val="bg1"/>
                </a:solidFill>
              </a:rPr>
              <a:t>thuật</a:t>
            </a:r>
            <a:r>
              <a:rPr lang="en-001" sz="1100" dirty="0">
                <a:solidFill>
                  <a:schemeClr val="bg1"/>
                </a:solidFill>
              </a:rPr>
              <a:t> Quy </a:t>
            </a:r>
            <a:r>
              <a:rPr lang="en-001" sz="1100" dirty="0" err="1">
                <a:solidFill>
                  <a:schemeClr val="bg1"/>
                </a:solidFill>
              </a:rPr>
              <a:t>trình</a:t>
            </a:r>
            <a:endParaRPr lang="en-001" sz="1100" dirty="0">
              <a:solidFill>
                <a:schemeClr val="bg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001" sz="1100" dirty="0" err="1">
                <a:solidFill>
                  <a:schemeClr val="bg1">
                    <a:lumMod val="85000"/>
                  </a:schemeClr>
                </a:solidFill>
              </a:rPr>
              <a:t>Tối</a:t>
            </a:r>
            <a:r>
              <a:rPr lang="en-001" sz="11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001" sz="1100" dirty="0" err="1">
                <a:solidFill>
                  <a:schemeClr val="bg1">
                    <a:lumMod val="85000"/>
                  </a:schemeClr>
                </a:solidFill>
              </a:rPr>
              <a:t>ưu</a:t>
            </a:r>
            <a:r>
              <a:rPr lang="en-001" sz="11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001" sz="1100" dirty="0" err="1">
                <a:solidFill>
                  <a:schemeClr val="bg1">
                    <a:lumMod val="85000"/>
                  </a:schemeClr>
                </a:solidFill>
              </a:rPr>
              <a:t>hóa</a:t>
            </a:r>
            <a:r>
              <a:rPr lang="en-001" sz="11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001" sz="1100" dirty="0" err="1">
                <a:solidFill>
                  <a:schemeClr val="bg1">
                    <a:lumMod val="85000"/>
                  </a:schemeClr>
                </a:solidFill>
              </a:rPr>
              <a:t>quy</a:t>
            </a:r>
            <a:r>
              <a:rPr lang="en-001" sz="11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001" sz="1100" dirty="0" err="1">
                <a:solidFill>
                  <a:schemeClr val="bg1">
                    <a:lumMod val="85000"/>
                  </a:schemeClr>
                </a:solidFill>
              </a:rPr>
              <a:t>trình</a:t>
            </a:r>
            <a:r>
              <a:rPr lang="en-001" sz="1100" dirty="0">
                <a:solidFill>
                  <a:schemeClr val="bg1">
                    <a:lumMod val="85000"/>
                  </a:schemeClr>
                </a:solidFill>
              </a:rPr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001" sz="1100" dirty="0" err="1">
                <a:solidFill>
                  <a:schemeClr val="bg1">
                    <a:lumMod val="85000"/>
                  </a:schemeClr>
                </a:solidFill>
              </a:rPr>
              <a:t>Thiết</a:t>
            </a:r>
            <a:r>
              <a:rPr lang="en-001" sz="11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001" sz="1100" dirty="0" err="1">
                <a:solidFill>
                  <a:schemeClr val="bg1">
                    <a:lumMod val="85000"/>
                  </a:schemeClr>
                </a:solidFill>
              </a:rPr>
              <a:t>kế</a:t>
            </a:r>
            <a:r>
              <a:rPr lang="en-001" sz="11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001" sz="1100" dirty="0" err="1">
                <a:solidFill>
                  <a:schemeClr val="bg1">
                    <a:lumMod val="85000"/>
                  </a:schemeClr>
                </a:solidFill>
              </a:rPr>
              <a:t>quy</a:t>
            </a:r>
            <a:r>
              <a:rPr lang="en-001" sz="11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001" sz="1100" dirty="0" err="1">
                <a:solidFill>
                  <a:schemeClr val="bg1">
                    <a:lumMod val="85000"/>
                  </a:schemeClr>
                </a:solidFill>
              </a:rPr>
              <a:t>trình</a:t>
            </a:r>
            <a:r>
              <a:rPr lang="en-001" sz="11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001" sz="1100" dirty="0" err="1">
                <a:solidFill>
                  <a:schemeClr val="bg1">
                    <a:lumMod val="85000"/>
                  </a:schemeClr>
                </a:solidFill>
              </a:rPr>
              <a:t>liên</a:t>
            </a:r>
            <a:r>
              <a:rPr lang="en-001" sz="11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001" sz="1100" dirty="0" err="1">
                <a:solidFill>
                  <a:schemeClr val="bg1">
                    <a:lumMod val="85000"/>
                  </a:schemeClr>
                </a:solidFill>
              </a:rPr>
              <a:t>tục</a:t>
            </a:r>
            <a:r>
              <a:rPr lang="en-001" sz="1100" dirty="0">
                <a:solidFill>
                  <a:schemeClr val="bg1">
                    <a:lumMod val="85000"/>
                  </a:schemeClr>
                </a:solidFill>
              </a:rPr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001" sz="1100" dirty="0" err="1">
                <a:solidFill>
                  <a:schemeClr val="bg1">
                    <a:lumMod val="85000"/>
                  </a:schemeClr>
                </a:solidFill>
              </a:rPr>
              <a:t>Phân</a:t>
            </a:r>
            <a:r>
              <a:rPr lang="en-001" sz="11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001" sz="1100" dirty="0" err="1">
                <a:solidFill>
                  <a:schemeClr val="bg1">
                    <a:lumMod val="85000"/>
                  </a:schemeClr>
                </a:solidFill>
              </a:rPr>
              <a:t>tích</a:t>
            </a:r>
            <a:r>
              <a:rPr lang="en-001" sz="11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001" sz="1100" dirty="0" err="1">
                <a:solidFill>
                  <a:schemeClr val="bg1">
                    <a:lumMod val="85000"/>
                  </a:schemeClr>
                </a:solidFill>
              </a:rPr>
              <a:t>nguyên</a:t>
            </a:r>
            <a:r>
              <a:rPr lang="en-001" sz="11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001" sz="1100" dirty="0" err="1">
                <a:solidFill>
                  <a:schemeClr val="bg1">
                    <a:lumMod val="85000"/>
                  </a:schemeClr>
                </a:solidFill>
              </a:rPr>
              <a:t>nhân</a:t>
            </a:r>
            <a:r>
              <a:rPr lang="en-001" sz="11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001" sz="1100" dirty="0" err="1">
                <a:solidFill>
                  <a:schemeClr val="bg1">
                    <a:lumMod val="85000"/>
                  </a:schemeClr>
                </a:solidFill>
              </a:rPr>
              <a:t>gốc</a:t>
            </a:r>
            <a:r>
              <a:rPr lang="en-001" sz="1100" dirty="0">
                <a:solidFill>
                  <a:schemeClr val="bg1">
                    <a:lumMod val="85000"/>
                  </a:schemeClr>
                </a:solidFill>
              </a:rPr>
              <a:t> (RCA)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 err="1">
                <a:solidFill>
                  <a:schemeClr val="bg1">
                    <a:lumMod val="85000"/>
                  </a:schemeClr>
                </a:solidFill>
              </a:rPr>
              <a:t>Phối</a:t>
            </a:r>
            <a:r>
              <a:rPr lang="en-001" sz="11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001" sz="1100" dirty="0" err="1">
                <a:solidFill>
                  <a:schemeClr val="bg1">
                    <a:lumMod val="85000"/>
                  </a:schemeClr>
                </a:solidFill>
              </a:rPr>
              <a:t>màu</a:t>
            </a:r>
            <a:r>
              <a:rPr lang="en-001" sz="11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001" sz="1100" dirty="0" err="1">
                <a:solidFill>
                  <a:schemeClr val="bg1">
                    <a:lumMod val="85000"/>
                  </a:schemeClr>
                </a:solidFill>
              </a:rPr>
              <a:t>và</a:t>
            </a:r>
            <a:r>
              <a:rPr lang="en-001" sz="11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001" sz="1100" dirty="0" err="1">
                <a:solidFill>
                  <a:schemeClr val="bg1">
                    <a:lumMod val="85000"/>
                  </a:schemeClr>
                </a:solidFill>
              </a:rPr>
              <a:t>điều</a:t>
            </a:r>
            <a:r>
              <a:rPr lang="en-001" sz="11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001" sz="1100" dirty="0" err="1">
                <a:solidFill>
                  <a:schemeClr val="bg1">
                    <a:lumMod val="85000"/>
                  </a:schemeClr>
                </a:solidFill>
              </a:rPr>
              <a:t>chỉnh</a:t>
            </a:r>
            <a:r>
              <a:rPr lang="en-001" sz="11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001" sz="1100" dirty="0" err="1">
                <a:solidFill>
                  <a:schemeClr val="bg1">
                    <a:lumMod val="85000"/>
                  </a:schemeClr>
                </a:solidFill>
              </a:rPr>
              <a:t>màu</a:t>
            </a:r>
            <a:r>
              <a:rPr lang="en-001" sz="11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001" sz="1100" dirty="0" err="1">
                <a:solidFill>
                  <a:schemeClr val="bg1">
                    <a:lumMod val="85000"/>
                  </a:schemeClr>
                </a:solidFill>
              </a:rPr>
              <a:t>nhuộm</a:t>
            </a:r>
            <a:r>
              <a:rPr lang="en-001" sz="1100" dirty="0">
                <a:solidFill>
                  <a:schemeClr val="bg1">
                    <a:lumMod val="85000"/>
                  </a:schemeClr>
                </a:solidFill>
              </a:rPr>
              <a:t> </a:t>
            </a:r>
          </a:p>
          <a:p>
            <a:r>
              <a:rPr lang="en-001" sz="1100" dirty="0" err="1">
                <a:solidFill>
                  <a:schemeClr val="bg1"/>
                </a:solidFill>
              </a:rPr>
              <a:t>Dữ</a:t>
            </a:r>
            <a:r>
              <a:rPr lang="en-001" sz="1100" dirty="0">
                <a:solidFill>
                  <a:schemeClr val="bg1"/>
                </a:solidFill>
              </a:rPr>
              <a:t> </a:t>
            </a:r>
            <a:r>
              <a:rPr lang="en-001" sz="1100" dirty="0" err="1">
                <a:solidFill>
                  <a:schemeClr val="bg1"/>
                </a:solidFill>
              </a:rPr>
              <a:t>liệu</a:t>
            </a:r>
            <a:r>
              <a:rPr lang="en-001" sz="1100" dirty="0">
                <a:solidFill>
                  <a:schemeClr val="bg1"/>
                </a:solidFill>
              </a:rPr>
              <a:t> &amp; </a:t>
            </a:r>
            <a:r>
              <a:rPr lang="en-001" sz="1100" dirty="0" err="1">
                <a:solidFill>
                  <a:schemeClr val="bg1"/>
                </a:solidFill>
              </a:rPr>
              <a:t>Tự</a:t>
            </a:r>
            <a:r>
              <a:rPr lang="en-001" sz="1100" dirty="0">
                <a:solidFill>
                  <a:schemeClr val="bg1"/>
                </a:solidFill>
              </a:rPr>
              <a:t> </a:t>
            </a:r>
            <a:r>
              <a:rPr lang="en-001" sz="1100" dirty="0" err="1">
                <a:solidFill>
                  <a:schemeClr val="bg1"/>
                </a:solidFill>
              </a:rPr>
              <a:t>động</a:t>
            </a:r>
            <a:r>
              <a:rPr lang="en-001" sz="1100" dirty="0">
                <a:solidFill>
                  <a:schemeClr val="bg1"/>
                </a:solidFill>
              </a:rPr>
              <a:t> </a:t>
            </a:r>
            <a:r>
              <a:rPr lang="en-001" sz="1100" dirty="0" err="1">
                <a:solidFill>
                  <a:schemeClr val="bg1"/>
                </a:solidFill>
              </a:rPr>
              <a:t>hóa</a:t>
            </a:r>
            <a:endParaRPr lang="en-001" sz="1100" dirty="0">
              <a:solidFill>
                <a:schemeClr val="bg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001" sz="1100" dirty="0">
                <a:solidFill>
                  <a:schemeClr val="bg1">
                    <a:lumMod val="85000"/>
                  </a:schemeClr>
                </a:solidFill>
              </a:rPr>
              <a:t>Excel </a:t>
            </a:r>
            <a:r>
              <a:rPr lang="en-001" sz="1100" dirty="0" err="1">
                <a:solidFill>
                  <a:schemeClr val="bg1">
                    <a:lumMod val="85000"/>
                  </a:schemeClr>
                </a:solidFill>
              </a:rPr>
              <a:t>nâng</a:t>
            </a:r>
            <a:r>
              <a:rPr lang="en-001" sz="11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001" sz="1100" dirty="0" err="1">
                <a:solidFill>
                  <a:schemeClr val="bg1">
                    <a:lumMod val="85000"/>
                  </a:schemeClr>
                </a:solidFill>
              </a:rPr>
              <a:t>cao</a:t>
            </a:r>
            <a:r>
              <a:rPr lang="en-001" sz="1100" dirty="0">
                <a:solidFill>
                  <a:schemeClr val="bg1">
                    <a:lumMod val="85000"/>
                  </a:schemeClr>
                </a:solidFill>
              </a:rPr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001" sz="1100" dirty="0" err="1">
                <a:solidFill>
                  <a:schemeClr val="bg1">
                    <a:lumMod val="85000"/>
                  </a:schemeClr>
                </a:solidFill>
              </a:rPr>
              <a:t>Tự</a:t>
            </a:r>
            <a:r>
              <a:rPr lang="en-001" sz="11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001" sz="1100" dirty="0" err="1">
                <a:solidFill>
                  <a:schemeClr val="bg1">
                    <a:lumMod val="85000"/>
                  </a:schemeClr>
                </a:solidFill>
              </a:rPr>
              <a:t>động</a:t>
            </a:r>
            <a:r>
              <a:rPr lang="en-001" sz="11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001" sz="1100" dirty="0" err="1">
                <a:solidFill>
                  <a:schemeClr val="bg1">
                    <a:lumMod val="85000"/>
                  </a:schemeClr>
                </a:solidFill>
              </a:rPr>
              <a:t>hóa</a:t>
            </a:r>
            <a:r>
              <a:rPr lang="en-001" sz="11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001" sz="1100" dirty="0" err="1">
                <a:solidFill>
                  <a:schemeClr val="bg1">
                    <a:lumMod val="85000"/>
                  </a:schemeClr>
                </a:solidFill>
              </a:rPr>
              <a:t>bằng</a:t>
            </a:r>
            <a:r>
              <a:rPr lang="en-001" sz="1100" dirty="0">
                <a:solidFill>
                  <a:schemeClr val="bg1">
                    <a:lumMod val="85000"/>
                  </a:schemeClr>
                </a:solidFill>
              </a:rPr>
              <a:t> Excel VBA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001" sz="1100" dirty="0">
                <a:solidFill>
                  <a:schemeClr val="bg1">
                    <a:lumMod val="85000"/>
                  </a:schemeClr>
                </a:solidFill>
              </a:rPr>
              <a:t>Microsoft Access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001" sz="1100" dirty="0" err="1">
                <a:solidFill>
                  <a:schemeClr val="bg1">
                    <a:lumMod val="85000"/>
                  </a:schemeClr>
                </a:solidFill>
              </a:rPr>
              <a:t>Phân</a:t>
            </a:r>
            <a:r>
              <a:rPr lang="en-001" sz="11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001" sz="1100" dirty="0" err="1">
                <a:solidFill>
                  <a:schemeClr val="bg1">
                    <a:lumMod val="85000"/>
                  </a:schemeClr>
                </a:solidFill>
              </a:rPr>
              <a:t>tích</a:t>
            </a:r>
            <a:r>
              <a:rPr lang="en-001" sz="11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001" sz="1100" dirty="0" err="1">
                <a:solidFill>
                  <a:schemeClr val="bg1">
                    <a:lumMod val="85000"/>
                  </a:schemeClr>
                </a:solidFill>
              </a:rPr>
              <a:t>dữ</a:t>
            </a:r>
            <a:r>
              <a:rPr lang="en-001" sz="11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001" sz="1100" dirty="0" err="1">
                <a:solidFill>
                  <a:schemeClr val="bg1">
                    <a:lumMod val="85000"/>
                  </a:schemeClr>
                </a:solidFill>
              </a:rPr>
              <a:t>liệu</a:t>
            </a:r>
            <a:r>
              <a:rPr lang="en-001" sz="11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001" sz="1100" dirty="0" err="1">
                <a:solidFill>
                  <a:schemeClr val="bg1">
                    <a:lumMod val="85000"/>
                  </a:schemeClr>
                </a:solidFill>
              </a:rPr>
              <a:t>sản</a:t>
            </a:r>
            <a:r>
              <a:rPr lang="en-001" sz="11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001" sz="1100" dirty="0" err="1">
                <a:solidFill>
                  <a:schemeClr val="bg1">
                    <a:lumMod val="85000"/>
                  </a:schemeClr>
                </a:solidFill>
              </a:rPr>
              <a:t>xuất</a:t>
            </a:r>
            <a:r>
              <a:rPr lang="en-001" sz="1100" dirty="0">
                <a:solidFill>
                  <a:schemeClr val="bg1">
                    <a:lumMod val="85000"/>
                  </a:schemeClr>
                </a:solidFill>
              </a:rPr>
              <a:t> </a:t>
            </a:r>
          </a:p>
          <a:p>
            <a:r>
              <a:rPr lang="en-001" sz="1100" dirty="0" err="1">
                <a:solidFill>
                  <a:schemeClr val="bg1"/>
                </a:solidFill>
              </a:rPr>
              <a:t>Hệ</a:t>
            </a:r>
            <a:r>
              <a:rPr lang="en-001" sz="1100" dirty="0">
                <a:solidFill>
                  <a:schemeClr val="bg1"/>
                </a:solidFill>
              </a:rPr>
              <a:t> </a:t>
            </a:r>
            <a:r>
              <a:rPr lang="en-001" sz="1100" dirty="0" err="1">
                <a:solidFill>
                  <a:schemeClr val="bg1"/>
                </a:solidFill>
              </a:rPr>
              <a:t>thống</a:t>
            </a:r>
            <a:r>
              <a:rPr lang="en-001" sz="1100" dirty="0">
                <a:solidFill>
                  <a:schemeClr val="bg1"/>
                </a:solidFill>
              </a:rPr>
              <a:t> Quản </a:t>
            </a:r>
            <a:r>
              <a:rPr lang="en-001" sz="1100" dirty="0" err="1">
                <a:solidFill>
                  <a:schemeClr val="bg1"/>
                </a:solidFill>
              </a:rPr>
              <a:t>lý</a:t>
            </a:r>
            <a:r>
              <a:rPr lang="en-001" sz="1100" dirty="0">
                <a:solidFill>
                  <a:schemeClr val="bg1"/>
                </a:solidFill>
              </a:rPr>
              <a:t> </a:t>
            </a:r>
            <a:r>
              <a:rPr lang="en-001" sz="1100" dirty="0" err="1">
                <a:solidFill>
                  <a:schemeClr val="bg1"/>
                </a:solidFill>
              </a:rPr>
              <a:t>Sản</a:t>
            </a:r>
            <a:r>
              <a:rPr lang="en-001" sz="1100" dirty="0">
                <a:solidFill>
                  <a:schemeClr val="bg1"/>
                </a:solidFill>
              </a:rPr>
              <a:t> </a:t>
            </a:r>
            <a:r>
              <a:rPr lang="en-001" sz="1100" dirty="0" err="1">
                <a:solidFill>
                  <a:schemeClr val="bg1"/>
                </a:solidFill>
              </a:rPr>
              <a:t>xuất</a:t>
            </a:r>
            <a:endParaRPr lang="en-001" sz="1100" dirty="0">
              <a:solidFill>
                <a:schemeClr val="bg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001" sz="1100" dirty="0">
                <a:solidFill>
                  <a:schemeClr val="bg1">
                    <a:lumMod val="85000"/>
                  </a:schemeClr>
                </a:solidFill>
              </a:rPr>
              <a:t>Quản </a:t>
            </a:r>
            <a:r>
              <a:rPr lang="en-001" sz="1100" dirty="0" err="1">
                <a:solidFill>
                  <a:schemeClr val="bg1">
                    <a:lumMod val="85000"/>
                  </a:schemeClr>
                </a:solidFill>
              </a:rPr>
              <a:t>lý</a:t>
            </a:r>
            <a:r>
              <a:rPr lang="en-001" sz="11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001" sz="1100" dirty="0" err="1">
                <a:solidFill>
                  <a:schemeClr val="bg1">
                    <a:lumMod val="85000"/>
                  </a:schemeClr>
                </a:solidFill>
              </a:rPr>
              <a:t>sản</a:t>
            </a:r>
            <a:r>
              <a:rPr lang="en-001" sz="11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001" sz="1100" dirty="0" err="1">
                <a:solidFill>
                  <a:schemeClr val="bg1">
                    <a:lumMod val="85000"/>
                  </a:schemeClr>
                </a:solidFill>
              </a:rPr>
              <a:t>xuất</a:t>
            </a:r>
            <a:r>
              <a:rPr lang="en-001" sz="1100" dirty="0">
                <a:solidFill>
                  <a:schemeClr val="bg1">
                    <a:lumMod val="85000"/>
                  </a:schemeClr>
                </a:solidFill>
              </a:rPr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001" sz="1100" dirty="0" err="1">
                <a:solidFill>
                  <a:schemeClr val="bg1">
                    <a:lumMod val="85000"/>
                  </a:schemeClr>
                </a:solidFill>
              </a:rPr>
              <a:t>Thiết</a:t>
            </a:r>
            <a:r>
              <a:rPr lang="en-001" sz="11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001" sz="1100" dirty="0" err="1">
                <a:solidFill>
                  <a:schemeClr val="bg1">
                    <a:lumMod val="85000"/>
                  </a:schemeClr>
                </a:solidFill>
              </a:rPr>
              <a:t>kế</a:t>
            </a:r>
            <a:r>
              <a:rPr lang="en-001" sz="11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001" sz="1100" dirty="0" err="1">
                <a:solidFill>
                  <a:schemeClr val="bg1">
                    <a:lumMod val="85000"/>
                  </a:schemeClr>
                </a:solidFill>
              </a:rPr>
              <a:t>hệ</a:t>
            </a:r>
            <a:r>
              <a:rPr lang="en-001" sz="11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001" sz="1100" dirty="0" err="1">
                <a:solidFill>
                  <a:schemeClr val="bg1">
                    <a:lumMod val="85000"/>
                  </a:schemeClr>
                </a:solidFill>
              </a:rPr>
              <a:t>thống</a:t>
            </a:r>
            <a:r>
              <a:rPr lang="en-001" sz="1100" dirty="0">
                <a:solidFill>
                  <a:schemeClr val="bg1">
                    <a:lumMod val="85000"/>
                  </a:schemeClr>
                </a:solidFill>
              </a:rPr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001" sz="1100" dirty="0" err="1">
                <a:solidFill>
                  <a:schemeClr val="bg1">
                    <a:lumMod val="85000"/>
                  </a:schemeClr>
                </a:solidFill>
              </a:rPr>
              <a:t>Thiết</a:t>
            </a:r>
            <a:r>
              <a:rPr lang="en-001" sz="11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001" sz="1100" dirty="0" err="1">
                <a:solidFill>
                  <a:schemeClr val="bg1">
                    <a:lumMod val="85000"/>
                  </a:schemeClr>
                </a:solidFill>
              </a:rPr>
              <a:t>kế</a:t>
            </a:r>
            <a:r>
              <a:rPr lang="en-001" sz="1100" dirty="0">
                <a:solidFill>
                  <a:schemeClr val="bg1">
                    <a:lumMod val="85000"/>
                  </a:schemeClr>
                </a:solidFill>
              </a:rPr>
              <a:t> &amp; </a:t>
            </a:r>
            <a:r>
              <a:rPr lang="en-001" sz="1100" dirty="0" err="1">
                <a:solidFill>
                  <a:schemeClr val="bg1">
                    <a:lumMod val="85000"/>
                  </a:schemeClr>
                </a:solidFill>
              </a:rPr>
              <a:t>phát</a:t>
            </a:r>
            <a:r>
              <a:rPr lang="en-001" sz="11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001" sz="1100" dirty="0" err="1">
                <a:solidFill>
                  <a:schemeClr val="bg1">
                    <a:lumMod val="85000"/>
                  </a:schemeClr>
                </a:solidFill>
              </a:rPr>
              <a:t>triển</a:t>
            </a:r>
            <a:r>
              <a:rPr lang="en-001" sz="11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001" sz="1100" dirty="0" err="1">
                <a:solidFill>
                  <a:schemeClr val="bg1">
                    <a:lumMod val="85000"/>
                  </a:schemeClr>
                </a:solidFill>
              </a:rPr>
              <a:t>cơ</a:t>
            </a:r>
            <a:r>
              <a:rPr lang="en-001" sz="11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001" sz="1100" dirty="0" err="1">
                <a:solidFill>
                  <a:schemeClr val="bg1">
                    <a:lumMod val="85000"/>
                  </a:schemeClr>
                </a:solidFill>
              </a:rPr>
              <a:t>sở</a:t>
            </a:r>
            <a:r>
              <a:rPr lang="en-001" sz="11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001" sz="1100" dirty="0" err="1">
                <a:solidFill>
                  <a:schemeClr val="bg1">
                    <a:lumMod val="85000"/>
                  </a:schemeClr>
                </a:solidFill>
              </a:rPr>
              <a:t>dữ</a:t>
            </a:r>
            <a:r>
              <a:rPr lang="en-001" sz="11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001" sz="1100" dirty="0" err="1">
                <a:solidFill>
                  <a:schemeClr val="bg1">
                    <a:lumMod val="85000"/>
                  </a:schemeClr>
                </a:solidFill>
              </a:rPr>
              <a:t>liệu</a:t>
            </a:r>
            <a:r>
              <a:rPr lang="en-001" sz="1100" dirty="0">
                <a:solidFill>
                  <a:schemeClr val="bg1">
                    <a:lumMod val="85000"/>
                  </a:schemeClr>
                </a:solidFill>
              </a:rPr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001" sz="1100" dirty="0" err="1">
                <a:solidFill>
                  <a:schemeClr val="bg1">
                    <a:lumMod val="85000"/>
                  </a:schemeClr>
                </a:solidFill>
              </a:rPr>
              <a:t>Tích</a:t>
            </a:r>
            <a:r>
              <a:rPr lang="en-001" sz="11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001" sz="1100" dirty="0" err="1">
                <a:solidFill>
                  <a:schemeClr val="bg1">
                    <a:lumMod val="85000"/>
                  </a:schemeClr>
                </a:solidFill>
              </a:rPr>
              <a:t>hợp</a:t>
            </a:r>
            <a:r>
              <a:rPr lang="en-001" sz="11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001" sz="1100" dirty="0" err="1">
                <a:solidFill>
                  <a:schemeClr val="bg1">
                    <a:lumMod val="85000"/>
                  </a:schemeClr>
                </a:solidFill>
              </a:rPr>
              <a:t>dữ</a:t>
            </a:r>
            <a:r>
              <a:rPr lang="en-001" sz="11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001" sz="1100" dirty="0" err="1">
                <a:solidFill>
                  <a:schemeClr val="bg1">
                    <a:lumMod val="85000"/>
                  </a:schemeClr>
                </a:solidFill>
              </a:rPr>
              <a:t>liệu</a:t>
            </a:r>
            <a:r>
              <a:rPr lang="en-001" sz="11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001" sz="1100" dirty="0" err="1">
                <a:solidFill>
                  <a:schemeClr val="bg1">
                    <a:lumMod val="85000"/>
                  </a:schemeClr>
                </a:solidFill>
              </a:rPr>
              <a:t>sản</a:t>
            </a:r>
            <a:r>
              <a:rPr lang="en-001" sz="11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001" sz="1100" dirty="0" err="1">
                <a:solidFill>
                  <a:schemeClr val="bg1">
                    <a:lumMod val="85000"/>
                  </a:schemeClr>
                </a:solidFill>
              </a:rPr>
              <a:t>xuất</a:t>
            </a:r>
            <a:r>
              <a:rPr lang="en-001" sz="1100" dirty="0">
                <a:solidFill>
                  <a:schemeClr val="bg1">
                    <a:lumMod val="85000"/>
                  </a:schemeClr>
                </a:solidFill>
              </a:rPr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001" sz="1100" dirty="0" err="1">
                <a:solidFill>
                  <a:schemeClr val="bg1">
                    <a:lumMod val="85000"/>
                  </a:schemeClr>
                </a:solidFill>
              </a:rPr>
              <a:t>Chuyển</a:t>
            </a:r>
            <a:r>
              <a:rPr lang="en-001" sz="11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001" sz="1100" dirty="0" err="1">
                <a:solidFill>
                  <a:schemeClr val="bg1">
                    <a:lumMod val="85000"/>
                  </a:schemeClr>
                </a:solidFill>
              </a:rPr>
              <a:t>đổi</a:t>
            </a:r>
            <a:r>
              <a:rPr lang="en-001" sz="11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001" sz="1100" dirty="0" err="1">
                <a:solidFill>
                  <a:schemeClr val="bg1">
                    <a:lumMod val="85000"/>
                  </a:schemeClr>
                </a:solidFill>
              </a:rPr>
              <a:t>số</a:t>
            </a:r>
            <a:r>
              <a:rPr lang="en-001" sz="11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001" sz="1100" dirty="0" err="1">
                <a:solidFill>
                  <a:schemeClr val="bg1">
                    <a:lumMod val="85000"/>
                  </a:schemeClr>
                </a:solidFill>
              </a:rPr>
              <a:t>quy</a:t>
            </a:r>
            <a:r>
              <a:rPr lang="en-001" sz="11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001" sz="1100" dirty="0" err="1">
                <a:solidFill>
                  <a:schemeClr val="bg1">
                    <a:lumMod val="85000"/>
                  </a:schemeClr>
                </a:solidFill>
              </a:rPr>
              <a:t>trình</a:t>
            </a:r>
            <a:r>
              <a:rPr lang="en-001" sz="11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001" sz="1100" dirty="0" err="1">
                <a:solidFill>
                  <a:schemeClr val="bg1">
                    <a:lumMod val="85000"/>
                  </a:schemeClr>
                </a:solidFill>
              </a:rPr>
              <a:t>làm</a:t>
            </a:r>
            <a:r>
              <a:rPr lang="en-001" sz="11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001" sz="1100" dirty="0" err="1">
                <a:solidFill>
                  <a:schemeClr val="bg1">
                    <a:lumMod val="85000"/>
                  </a:schemeClr>
                </a:solidFill>
              </a:rPr>
              <a:t>việc</a:t>
            </a:r>
            <a:r>
              <a:rPr lang="en-001" sz="1100" dirty="0">
                <a:solidFill>
                  <a:schemeClr val="bg1">
                    <a:lumMod val="85000"/>
                  </a:schemeClr>
                </a:solidFill>
              </a:rPr>
              <a:t> </a:t>
            </a:r>
          </a:p>
          <a:p>
            <a:r>
              <a:rPr lang="en-001" sz="1100" dirty="0" err="1">
                <a:solidFill>
                  <a:schemeClr val="bg1"/>
                </a:solidFill>
              </a:rPr>
              <a:t>Chất</a:t>
            </a:r>
            <a:r>
              <a:rPr lang="en-001" sz="1100" dirty="0">
                <a:solidFill>
                  <a:schemeClr val="bg1"/>
                </a:solidFill>
              </a:rPr>
              <a:t> </a:t>
            </a:r>
            <a:r>
              <a:rPr lang="en-001" sz="1100" dirty="0" err="1">
                <a:solidFill>
                  <a:schemeClr val="bg1"/>
                </a:solidFill>
              </a:rPr>
              <a:t>lượng</a:t>
            </a:r>
            <a:endParaRPr lang="en-001" sz="1100" dirty="0">
              <a:solidFill>
                <a:schemeClr val="bg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001" sz="1100" dirty="0">
                <a:solidFill>
                  <a:schemeClr val="bg1">
                    <a:lumMod val="85000"/>
                  </a:schemeClr>
                </a:solidFill>
              </a:rPr>
              <a:t>Tài </a:t>
            </a:r>
            <a:r>
              <a:rPr lang="en-001" sz="1100" dirty="0" err="1">
                <a:solidFill>
                  <a:schemeClr val="bg1">
                    <a:lumMod val="85000"/>
                  </a:schemeClr>
                </a:solidFill>
              </a:rPr>
              <a:t>liệu</a:t>
            </a:r>
            <a:r>
              <a:rPr lang="en-001" sz="11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001" sz="1100" dirty="0" err="1">
                <a:solidFill>
                  <a:schemeClr val="bg1">
                    <a:lumMod val="85000"/>
                  </a:schemeClr>
                </a:solidFill>
              </a:rPr>
              <a:t>hóa</a:t>
            </a:r>
            <a:r>
              <a:rPr lang="en-001" sz="11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001" sz="1100" dirty="0" err="1">
                <a:solidFill>
                  <a:schemeClr val="bg1">
                    <a:lumMod val="85000"/>
                  </a:schemeClr>
                </a:solidFill>
              </a:rPr>
              <a:t>quy</a:t>
            </a:r>
            <a:r>
              <a:rPr lang="en-001" sz="11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001" sz="1100" dirty="0" err="1">
                <a:solidFill>
                  <a:schemeClr val="bg1">
                    <a:lumMod val="85000"/>
                  </a:schemeClr>
                </a:solidFill>
              </a:rPr>
              <a:t>trình</a:t>
            </a:r>
            <a:r>
              <a:rPr lang="en-001" sz="1100" dirty="0">
                <a:solidFill>
                  <a:schemeClr val="bg1">
                    <a:lumMod val="85000"/>
                  </a:schemeClr>
                </a:solidFill>
              </a:rPr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001" sz="1100" dirty="0" err="1">
                <a:solidFill>
                  <a:schemeClr val="bg1">
                    <a:lumMod val="85000"/>
                  </a:schemeClr>
                </a:solidFill>
              </a:rPr>
              <a:t>Cải</a:t>
            </a:r>
            <a:r>
              <a:rPr lang="en-001" sz="11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001" sz="1100" dirty="0" err="1">
                <a:solidFill>
                  <a:schemeClr val="bg1">
                    <a:lumMod val="85000"/>
                  </a:schemeClr>
                </a:solidFill>
              </a:rPr>
              <a:t>tiến</a:t>
            </a:r>
            <a:r>
              <a:rPr lang="en-001" sz="11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001" sz="1100" dirty="0" err="1">
                <a:solidFill>
                  <a:schemeClr val="bg1">
                    <a:lumMod val="85000"/>
                  </a:schemeClr>
                </a:solidFill>
              </a:rPr>
              <a:t>chất</a:t>
            </a:r>
            <a:r>
              <a:rPr lang="en-001" sz="11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001" sz="1100" dirty="0" err="1">
                <a:solidFill>
                  <a:schemeClr val="bg1">
                    <a:lumMod val="85000"/>
                  </a:schemeClr>
                </a:solidFill>
              </a:rPr>
              <a:t>lượng</a:t>
            </a:r>
            <a:r>
              <a:rPr lang="en-001" sz="1100" dirty="0">
                <a:solidFill>
                  <a:schemeClr val="bg1">
                    <a:lumMod val="85000"/>
                  </a:schemeClr>
                </a:solidFill>
              </a:rPr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001" sz="1100" dirty="0" err="1">
                <a:solidFill>
                  <a:schemeClr val="bg1">
                    <a:lumMod val="85000"/>
                  </a:schemeClr>
                </a:solidFill>
              </a:rPr>
              <a:t>Cải</a:t>
            </a:r>
            <a:r>
              <a:rPr lang="en-001" sz="11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001" sz="1100" dirty="0" err="1">
                <a:solidFill>
                  <a:schemeClr val="bg1">
                    <a:lumMod val="85000"/>
                  </a:schemeClr>
                </a:solidFill>
              </a:rPr>
              <a:t>tiến</a:t>
            </a:r>
            <a:r>
              <a:rPr lang="en-001" sz="11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001" sz="1100" dirty="0" err="1">
                <a:solidFill>
                  <a:schemeClr val="bg1">
                    <a:lumMod val="85000"/>
                  </a:schemeClr>
                </a:solidFill>
              </a:rPr>
              <a:t>liên</a:t>
            </a:r>
            <a:r>
              <a:rPr lang="en-001" sz="11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001" sz="1100" dirty="0" err="1">
                <a:solidFill>
                  <a:schemeClr val="bg1">
                    <a:lumMod val="85000"/>
                  </a:schemeClr>
                </a:solidFill>
              </a:rPr>
              <a:t>tục</a:t>
            </a:r>
            <a:endParaRPr lang="en-001" sz="11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71CEAEE-D636-A1C1-99E6-E6564D730215}"/>
              </a:ext>
            </a:extLst>
          </p:cNvPr>
          <p:cNvSpPr txBox="1"/>
          <p:nvPr/>
        </p:nvSpPr>
        <p:spPr>
          <a:xfrm>
            <a:off x="-1" y="7624045"/>
            <a:ext cx="2105525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300" b="1">
                <a:solidFill>
                  <a:srgbClr val="FFFFFF"/>
                </a:solidFill>
              </a:defRPr>
            </a:lvl1pPr>
          </a:lstStyle>
          <a:p>
            <a:r>
              <a:rPr lang="en-001" sz="1100" dirty="0"/>
              <a:t>NGOẠI NGỮ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001" sz="1100" dirty="0" err="1">
                <a:solidFill>
                  <a:schemeClr val="bg1">
                    <a:lumMod val="85000"/>
                  </a:schemeClr>
                </a:solidFill>
              </a:rPr>
              <a:t>Tiếng</a:t>
            </a:r>
            <a:r>
              <a:rPr lang="en-001" sz="1100" dirty="0">
                <a:solidFill>
                  <a:schemeClr val="bg1">
                    <a:lumMod val="85000"/>
                  </a:schemeClr>
                </a:solidFill>
              </a:rPr>
              <a:t> Anh: Trung </a:t>
            </a:r>
            <a:r>
              <a:rPr lang="en-001" sz="1100" dirty="0" err="1">
                <a:solidFill>
                  <a:schemeClr val="bg1">
                    <a:lumMod val="85000"/>
                  </a:schemeClr>
                </a:solidFill>
              </a:rPr>
              <a:t>cấp</a:t>
            </a:r>
            <a:r>
              <a:rPr lang="en-001" sz="1100" dirty="0">
                <a:solidFill>
                  <a:schemeClr val="bg1">
                    <a:lumMod val="85000"/>
                  </a:schemeClr>
                </a:solidFill>
              </a:rPr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001" sz="1100" dirty="0" err="1">
                <a:solidFill>
                  <a:schemeClr val="bg1">
                    <a:lumMod val="85000"/>
                  </a:schemeClr>
                </a:solidFill>
              </a:rPr>
              <a:t>Tiếng</a:t>
            </a:r>
            <a:r>
              <a:rPr lang="en-001" sz="1100" dirty="0">
                <a:solidFill>
                  <a:schemeClr val="bg1">
                    <a:lumMod val="85000"/>
                  </a:schemeClr>
                </a:solidFill>
              </a:rPr>
              <a:t> Trung: Giao </a:t>
            </a:r>
            <a:r>
              <a:rPr lang="en-001" sz="1100" dirty="0" err="1">
                <a:solidFill>
                  <a:schemeClr val="bg1">
                    <a:lumMod val="85000"/>
                  </a:schemeClr>
                </a:solidFill>
              </a:rPr>
              <a:t>tiếp</a:t>
            </a:r>
            <a:r>
              <a:rPr lang="en-001" sz="11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001" sz="1100" dirty="0" err="1">
                <a:solidFill>
                  <a:schemeClr val="bg1">
                    <a:lumMod val="85000"/>
                  </a:schemeClr>
                </a:solidFill>
              </a:rPr>
              <a:t>trong</a:t>
            </a:r>
            <a:r>
              <a:rPr lang="en-001" sz="11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001" sz="1100" dirty="0" err="1">
                <a:solidFill>
                  <a:schemeClr val="bg1">
                    <a:lumMod val="85000"/>
                  </a:schemeClr>
                </a:solidFill>
              </a:rPr>
              <a:t>công</a:t>
            </a:r>
            <a:r>
              <a:rPr lang="en-001" sz="11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001" sz="1100" dirty="0" err="1">
                <a:solidFill>
                  <a:schemeClr val="bg1">
                    <a:lumMod val="85000"/>
                  </a:schemeClr>
                </a:solidFill>
              </a:rPr>
              <a:t>việc</a:t>
            </a:r>
            <a:r>
              <a:rPr lang="en-001" sz="1100" dirty="0">
                <a:solidFill>
                  <a:schemeClr val="bg1">
                    <a:lumMod val="85000"/>
                  </a:schemeClr>
                </a:solidFill>
              </a:rPr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001" sz="1100" dirty="0" err="1">
                <a:solidFill>
                  <a:schemeClr val="bg1">
                    <a:lumMod val="85000"/>
                  </a:schemeClr>
                </a:solidFill>
              </a:rPr>
              <a:t>Tiếng</a:t>
            </a:r>
            <a:r>
              <a:rPr lang="en-001" sz="1100" dirty="0">
                <a:solidFill>
                  <a:schemeClr val="bg1">
                    <a:lumMod val="85000"/>
                  </a:schemeClr>
                </a:solidFill>
              </a:rPr>
              <a:t> Việt: </a:t>
            </a:r>
            <a:r>
              <a:rPr lang="en-001" sz="1100" dirty="0" err="1">
                <a:solidFill>
                  <a:schemeClr val="bg1">
                    <a:lumMod val="85000"/>
                  </a:schemeClr>
                </a:solidFill>
              </a:rPr>
              <a:t>Bản</a:t>
            </a:r>
            <a:r>
              <a:rPr lang="en-001" sz="11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001" sz="1100" dirty="0" err="1">
                <a:solidFill>
                  <a:schemeClr val="bg1">
                    <a:lumMod val="85000"/>
                  </a:schemeClr>
                </a:solidFill>
              </a:rPr>
              <a:t>ngữ</a:t>
            </a:r>
            <a:endParaRPr lang="en-001" sz="1100" dirty="0">
              <a:solidFill>
                <a:schemeClr val="bg1">
                  <a:lumMod val="85000"/>
                </a:schemeClr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183</TotalTime>
  <Words>783</Words>
  <Application>Microsoft Office PowerPoint</Application>
  <PresentationFormat>Custom</PresentationFormat>
  <Paragraphs>61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Dell</dc:creator>
  <cp:keywords/>
  <dc:description>generated using python-pptx</dc:description>
  <cp:lastModifiedBy>VN-DF NHUỘM ĐAI 024</cp:lastModifiedBy>
  <cp:revision>53</cp:revision>
  <cp:lastPrinted>2026-06-28T04:14:22Z</cp:lastPrinted>
  <dcterms:created xsi:type="dcterms:W3CDTF">2013-01-27T09:14:16Z</dcterms:created>
  <dcterms:modified xsi:type="dcterms:W3CDTF">2026-07-06T04:45:58Z</dcterms:modified>
  <cp:category/>
</cp:coreProperties>
</file>